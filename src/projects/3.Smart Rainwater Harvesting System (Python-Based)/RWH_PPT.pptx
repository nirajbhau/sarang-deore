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CD76F2-DEE1-E5ED-E50E-7E25D6AADC7C}" v="138" dt="2025-05-09T08:27:17.3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09D6CF-AED4-4463-9F7F-3A354E4725F4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E4E69A2C-C7FC-41D9-A38B-11555BFD2ADC}">
      <dgm:prSet/>
      <dgm:spPr/>
      <dgm:t>
        <a:bodyPr/>
        <a:lstStyle/>
        <a:p>
          <a:r>
            <a:rPr lang="en-US"/>
            <a:t>Rainwater is often wasted due to lack of proper collection and monitoring systems.</a:t>
          </a:r>
        </a:p>
      </dgm:t>
    </dgm:pt>
    <dgm:pt modelId="{CB7ED3D7-8008-4CC1-AA67-9C0FF06B5EB8}" type="parTrans" cxnId="{3D4DE56D-741F-4F53-AD4A-8E231B71112D}">
      <dgm:prSet/>
      <dgm:spPr/>
      <dgm:t>
        <a:bodyPr/>
        <a:lstStyle/>
        <a:p>
          <a:endParaRPr lang="en-US"/>
        </a:p>
      </dgm:t>
    </dgm:pt>
    <dgm:pt modelId="{050FFE57-1384-4B73-9B1C-3146B94ADD2A}" type="sibTrans" cxnId="{3D4DE56D-741F-4F53-AD4A-8E231B71112D}">
      <dgm:prSet/>
      <dgm:spPr/>
      <dgm:t>
        <a:bodyPr/>
        <a:lstStyle/>
        <a:p>
          <a:endParaRPr lang="en-US"/>
        </a:p>
      </dgm:t>
    </dgm:pt>
    <dgm:pt modelId="{6328FC06-1CA8-49AE-9000-77BFE9DA0901}">
      <dgm:prSet/>
      <dgm:spPr/>
      <dgm:t>
        <a:bodyPr/>
        <a:lstStyle/>
        <a:p>
          <a:r>
            <a:rPr lang="en-US"/>
            <a:t>Traditional systems lack intelligence, real-time feedback, and automation.</a:t>
          </a:r>
        </a:p>
      </dgm:t>
    </dgm:pt>
    <dgm:pt modelId="{06FBF8E9-603A-4CC3-89F9-D59A1C6DE2FB}" type="parTrans" cxnId="{4C5FB831-E7E1-46F3-AB45-49DA07E4FE28}">
      <dgm:prSet/>
      <dgm:spPr/>
      <dgm:t>
        <a:bodyPr/>
        <a:lstStyle/>
        <a:p>
          <a:endParaRPr lang="en-US"/>
        </a:p>
      </dgm:t>
    </dgm:pt>
    <dgm:pt modelId="{FFDE5714-17F4-4AB5-8D23-B8340A06EBD0}" type="sibTrans" cxnId="{4C5FB831-E7E1-46F3-AB45-49DA07E4FE28}">
      <dgm:prSet/>
      <dgm:spPr/>
      <dgm:t>
        <a:bodyPr/>
        <a:lstStyle/>
        <a:p>
          <a:endParaRPr lang="en-US"/>
        </a:p>
      </dgm:t>
    </dgm:pt>
    <dgm:pt modelId="{D23841AA-BACE-4FA2-BFE5-446F54B42A2F}">
      <dgm:prSet/>
      <dgm:spPr/>
      <dgm:t>
        <a:bodyPr/>
        <a:lstStyle/>
        <a:p>
          <a:r>
            <a:rPr lang="en-US"/>
            <a:t>Need for a smart, scalable, and automated water management system for sustainability.</a:t>
          </a:r>
        </a:p>
      </dgm:t>
    </dgm:pt>
    <dgm:pt modelId="{FFA856E1-FD8D-46F8-A505-01827799B365}" type="parTrans" cxnId="{04956CFB-9937-4812-BE61-F010FAF484E8}">
      <dgm:prSet/>
      <dgm:spPr/>
      <dgm:t>
        <a:bodyPr/>
        <a:lstStyle/>
        <a:p>
          <a:endParaRPr lang="en-US"/>
        </a:p>
      </dgm:t>
    </dgm:pt>
    <dgm:pt modelId="{7E3C0ED7-6672-4418-9F05-374C5EA8C6B8}" type="sibTrans" cxnId="{04956CFB-9937-4812-BE61-F010FAF484E8}">
      <dgm:prSet/>
      <dgm:spPr/>
      <dgm:t>
        <a:bodyPr/>
        <a:lstStyle/>
        <a:p>
          <a:endParaRPr lang="en-US"/>
        </a:p>
      </dgm:t>
    </dgm:pt>
    <dgm:pt modelId="{497699F9-AC6C-410F-A03E-EE16170ABC82}" type="pres">
      <dgm:prSet presAssocID="{9909D6CF-AED4-4463-9F7F-3A354E4725F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254F90C-F2E3-409C-A758-5A8B29790395}" type="pres">
      <dgm:prSet presAssocID="{E4E69A2C-C7FC-41D9-A38B-11555BFD2ADC}" presName="hierRoot1" presStyleCnt="0"/>
      <dgm:spPr/>
    </dgm:pt>
    <dgm:pt modelId="{049EDC0D-F335-4F48-9AFB-2C70CFBB50AF}" type="pres">
      <dgm:prSet presAssocID="{E4E69A2C-C7FC-41D9-A38B-11555BFD2ADC}" presName="composite" presStyleCnt="0"/>
      <dgm:spPr/>
    </dgm:pt>
    <dgm:pt modelId="{09269E9E-56E2-495F-BA22-61D2D5A5DE2F}" type="pres">
      <dgm:prSet presAssocID="{E4E69A2C-C7FC-41D9-A38B-11555BFD2ADC}" presName="background" presStyleLbl="node0" presStyleIdx="0" presStyleCnt="3"/>
      <dgm:spPr/>
    </dgm:pt>
    <dgm:pt modelId="{240A6C5B-B1CE-41A3-8C01-5CF380EC9553}" type="pres">
      <dgm:prSet presAssocID="{E4E69A2C-C7FC-41D9-A38B-11555BFD2ADC}" presName="text" presStyleLbl="fgAcc0" presStyleIdx="0" presStyleCnt="3">
        <dgm:presLayoutVars>
          <dgm:chPref val="3"/>
        </dgm:presLayoutVars>
      </dgm:prSet>
      <dgm:spPr/>
    </dgm:pt>
    <dgm:pt modelId="{A73EA0B9-3618-47DA-ACB3-7C63512D6278}" type="pres">
      <dgm:prSet presAssocID="{E4E69A2C-C7FC-41D9-A38B-11555BFD2ADC}" presName="hierChild2" presStyleCnt="0"/>
      <dgm:spPr/>
    </dgm:pt>
    <dgm:pt modelId="{7D125A61-AFCB-4BB4-B3DD-E06AA934064C}" type="pres">
      <dgm:prSet presAssocID="{6328FC06-1CA8-49AE-9000-77BFE9DA0901}" presName="hierRoot1" presStyleCnt="0"/>
      <dgm:spPr/>
    </dgm:pt>
    <dgm:pt modelId="{2A6AC250-3CA4-4B00-85DA-5E1DAA53C40B}" type="pres">
      <dgm:prSet presAssocID="{6328FC06-1CA8-49AE-9000-77BFE9DA0901}" presName="composite" presStyleCnt="0"/>
      <dgm:spPr/>
    </dgm:pt>
    <dgm:pt modelId="{9C7C8D63-3588-4AA3-86ED-2C569CE422F4}" type="pres">
      <dgm:prSet presAssocID="{6328FC06-1CA8-49AE-9000-77BFE9DA0901}" presName="background" presStyleLbl="node0" presStyleIdx="1" presStyleCnt="3"/>
      <dgm:spPr/>
    </dgm:pt>
    <dgm:pt modelId="{57F2FC50-1504-42D4-8F34-4FC95829C3C1}" type="pres">
      <dgm:prSet presAssocID="{6328FC06-1CA8-49AE-9000-77BFE9DA0901}" presName="text" presStyleLbl="fgAcc0" presStyleIdx="1" presStyleCnt="3">
        <dgm:presLayoutVars>
          <dgm:chPref val="3"/>
        </dgm:presLayoutVars>
      </dgm:prSet>
      <dgm:spPr/>
    </dgm:pt>
    <dgm:pt modelId="{6508F8D4-8121-4B05-B403-4FFC36908ECE}" type="pres">
      <dgm:prSet presAssocID="{6328FC06-1CA8-49AE-9000-77BFE9DA0901}" presName="hierChild2" presStyleCnt="0"/>
      <dgm:spPr/>
    </dgm:pt>
    <dgm:pt modelId="{C1E49E06-D3AC-40A6-B886-50221C8951B7}" type="pres">
      <dgm:prSet presAssocID="{D23841AA-BACE-4FA2-BFE5-446F54B42A2F}" presName="hierRoot1" presStyleCnt="0"/>
      <dgm:spPr/>
    </dgm:pt>
    <dgm:pt modelId="{8CCE156D-9F9E-4BC2-88B9-3252FB524860}" type="pres">
      <dgm:prSet presAssocID="{D23841AA-BACE-4FA2-BFE5-446F54B42A2F}" presName="composite" presStyleCnt="0"/>
      <dgm:spPr/>
    </dgm:pt>
    <dgm:pt modelId="{5EF06758-40CB-4518-9174-15714DC2A6A1}" type="pres">
      <dgm:prSet presAssocID="{D23841AA-BACE-4FA2-BFE5-446F54B42A2F}" presName="background" presStyleLbl="node0" presStyleIdx="2" presStyleCnt="3"/>
      <dgm:spPr/>
    </dgm:pt>
    <dgm:pt modelId="{F10FC4E1-6B77-4B7D-AD6D-18BE570DD717}" type="pres">
      <dgm:prSet presAssocID="{D23841AA-BACE-4FA2-BFE5-446F54B42A2F}" presName="text" presStyleLbl="fgAcc0" presStyleIdx="2" presStyleCnt="3">
        <dgm:presLayoutVars>
          <dgm:chPref val="3"/>
        </dgm:presLayoutVars>
      </dgm:prSet>
      <dgm:spPr/>
    </dgm:pt>
    <dgm:pt modelId="{08E27C02-F14C-41AB-AA54-4F0BC2BFE121}" type="pres">
      <dgm:prSet presAssocID="{D23841AA-BACE-4FA2-BFE5-446F54B42A2F}" presName="hierChild2" presStyleCnt="0"/>
      <dgm:spPr/>
    </dgm:pt>
  </dgm:ptLst>
  <dgm:cxnLst>
    <dgm:cxn modelId="{4C5FB831-E7E1-46F3-AB45-49DA07E4FE28}" srcId="{9909D6CF-AED4-4463-9F7F-3A354E4725F4}" destId="{6328FC06-1CA8-49AE-9000-77BFE9DA0901}" srcOrd="1" destOrd="0" parTransId="{06FBF8E9-603A-4CC3-89F9-D59A1C6DE2FB}" sibTransId="{FFDE5714-17F4-4AB5-8D23-B8340A06EBD0}"/>
    <dgm:cxn modelId="{3D4DE56D-741F-4F53-AD4A-8E231B71112D}" srcId="{9909D6CF-AED4-4463-9F7F-3A354E4725F4}" destId="{E4E69A2C-C7FC-41D9-A38B-11555BFD2ADC}" srcOrd="0" destOrd="0" parTransId="{CB7ED3D7-8008-4CC1-AA67-9C0FF06B5EB8}" sibTransId="{050FFE57-1384-4B73-9B1C-3146B94ADD2A}"/>
    <dgm:cxn modelId="{BB02F95A-4314-4819-801F-50664C7DEA56}" type="presOf" srcId="{D23841AA-BACE-4FA2-BFE5-446F54B42A2F}" destId="{F10FC4E1-6B77-4B7D-AD6D-18BE570DD717}" srcOrd="0" destOrd="0" presId="urn:microsoft.com/office/officeart/2005/8/layout/hierarchy1"/>
    <dgm:cxn modelId="{6891657D-A1F1-4260-82BA-71AC23324ACC}" type="presOf" srcId="{9909D6CF-AED4-4463-9F7F-3A354E4725F4}" destId="{497699F9-AC6C-410F-A03E-EE16170ABC82}" srcOrd="0" destOrd="0" presId="urn:microsoft.com/office/officeart/2005/8/layout/hierarchy1"/>
    <dgm:cxn modelId="{0EEE2EB4-D43A-4FB2-8C44-2BBFF6AE6822}" type="presOf" srcId="{E4E69A2C-C7FC-41D9-A38B-11555BFD2ADC}" destId="{240A6C5B-B1CE-41A3-8C01-5CF380EC9553}" srcOrd="0" destOrd="0" presId="urn:microsoft.com/office/officeart/2005/8/layout/hierarchy1"/>
    <dgm:cxn modelId="{6613D8C0-BFAA-4BC5-957E-134D8D7EDC31}" type="presOf" srcId="{6328FC06-1CA8-49AE-9000-77BFE9DA0901}" destId="{57F2FC50-1504-42D4-8F34-4FC95829C3C1}" srcOrd="0" destOrd="0" presId="urn:microsoft.com/office/officeart/2005/8/layout/hierarchy1"/>
    <dgm:cxn modelId="{04956CFB-9937-4812-BE61-F010FAF484E8}" srcId="{9909D6CF-AED4-4463-9F7F-3A354E4725F4}" destId="{D23841AA-BACE-4FA2-BFE5-446F54B42A2F}" srcOrd="2" destOrd="0" parTransId="{FFA856E1-FD8D-46F8-A505-01827799B365}" sibTransId="{7E3C0ED7-6672-4418-9F05-374C5EA8C6B8}"/>
    <dgm:cxn modelId="{9680D47A-5DAB-49BD-9939-AA70F02A52E9}" type="presParOf" srcId="{497699F9-AC6C-410F-A03E-EE16170ABC82}" destId="{F254F90C-F2E3-409C-A758-5A8B29790395}" srcOrd="0" destOrd="0" presId="urn:microsoft.com/office/officeart/2005/8/layout/hierarchy1"/>
    <dgm:cxn modelId="{28C8DE3C-1C61-44CB-9008-F4BD6549EE0E}" type="presParOf" srcId="{F254F90C-F2E3-409C-A758-5A8B29790395}" destId="{049EDC0D-F335-4F48-9AFB-2C70CFBB50AF}" srcOrd="0" destOrd="0" presId="urn:microsoft.com/office/officeart/2005/8/layout/hierarchy1"/>
    <dgm:cxn modelId="{3B8091C0-F3B6-4099-A649-300325023543}" type="presParOf" srcId="{049EDC0D-F335-4F48-9AFB-2C70CFBB50AF}" destId="{09269E9E-56E2-495F-BA22-61D2D5A5DE2F}" srcOrd="0" destOrd="0" presId="urn:microsoft.com/office/officeart/2005/8/layout/hierarchy1"/>
    <dgm:cxn modelId="{1186468E-C4D1-4493-A017-3FFB2834A932}" type="presParOf" srcId="{049EDC0D-F335-4F48-9AFB-2C70CFBB50AF}" destId="{240A6C5B-B1CE-41A3-8C01-5CF380EC9553}" srcOrd="1" destOrd="0" presId="urn:microsoft.com/office/officeart/2005/8/layout/hierarchy1"/>
    <dgm:cxn modelId="{2809AE11-B7F6-4E91-AF9B-91214FDB707F}" type="presParOf" srcId="{F254F90C-F2E3-409C-A758-5A8B29790395}" destId="{A73EA0B9-3618-47DA-ACB3-7C63512D6278}" srcOrd="1" destOrd="0" presId="urn:microsoft.com/office/officeart/2005/8/layout/hierarchy1"/>
    <dgm:cxn modelId="{921748D8-14C7-4E76-B9FF-7279ECB07759}" type="presParOf" srcId="{497699F9-AC6C-410F-A03E-EE16170ABC82}" destId="{7D125A61-AFCB-4BB4-B3DD-E06AA934064C}" srcOrd="1" destOrd="0" presId="urn:microsoft.com/office/officeart/2005/8/layout/hierarchy1"/>
    <dgm:cxn modelId="{E92AD85D-A1AD-44E2-8647-BCC2E739CB7B}" type="presParOf" srcId="{7D125A61-AFCB-4BB4-B3DD-E06AA934064C}" destId="{2A6AC250-3CA4-4B00-85DA-5E1DAA53C40B}" srcOrd="0" destOrd="0" presId="urn:microsoft.com/office/officeart/2005/8/layout/hierarchy1"/>
    <dgm:cxn modelId="{3D14DF03-191D-400D-BCDF-B07DD10009CB}" type="presParOf" srcId="{2A6AC250-3CA4-4B00-85DA-5E1DAA53C40B}" destId="{9C7C8D63-3588-4AA3-86ED-2C569CE422F4}" srcOrd="0" destOrd="0" presId="urn:microsoft.com/office/officeart/2005/8/layout/hierarchy1"/>
    <dgm:cxn modelId="{955CDE31-E878-4AC8-BA96-8CA73464D908}" type="presParOf" srcId="{2A6AC250-3CA4-4B00-85DA-5E1DAA53C40B}" destId="{57F2FC50-1504-42D4-8F34-4FC95829C3C1}" srcOrd="1" destOrd="0" presId="urn:microsoft.com/office/officeart/2005/8/layout/hierarchy1"/>
    <dgm:cxn modelId="{8B23AA70-CF06-4F64-83E2-D0421AF9F83A}" type="presParOf" srcId="{7D125A61-AFCB-4BB4-B3DD-E06AA934064C}" destId="{6508F8D4-8121-4B05-B403-4FFC36908ECE}" srcOrd="1" destOrd="0" presId="urn:microsoft.com/office/officeart/2005/8/layout/hierarchy1"/>
    <dgm:cxn modelId="{7FE87BE9-4270-47D0-8172-FCC081E8AFA7}" type="presParOf" srcId="{497699F9-AC6C-410F-A03E-EE16170ABC82}" destId="{C1E49E06-D3AC-40A6-B886-50221C8951B7}" srcOrd="2" destOrd="0" presId="urn:microsoft.com/office/officeart/2005/8/layout/hierarchy1"/>
    <dgm:cxn modelId="{915C59CB-38C3-4C17-958F-E5AEE2C0A171}" type="presParOf" srcId="{C1E49E06-D3AC-40A6-B886-50221C8951B7}" destId="{8CCE156D-9F9E-4BC2-88B9-3252FB524860}" srcOrd="0" destOrd="0" presId="urn:microsoft.com/office/officeart/2005/8/layout/hierarchy1"/>
    <dgm:cxn modelId="{D570ECBC-880E-4CBE-A29F-5C526E3D6DE0}" type="presParOf" srcId="{8CCE156D-9F9E-4BC2-88B9-3252FB524860}" destId="{5EF06758-40CB-4518-9174-15714DC2A6A1}" srcOrd="0" destOrd="0" presId="urn:microsoft.com/office/officeart/2005/8/layout/hierarchy1"/>
    <dgm:cxn modelId="{C472E487-36C8-4A04-81F3-0AFBFDE6407E}" type="presParOf" srcId="{8CCE156D-9F9E-4BC2-88B9-3252FB524860}" destId="{F10FC4E1-6B77-4B7D-AD6D-18BE570DD717}" srcOrd="1" destOrd="0" presId="urn:microsoft.com/office/officeart/2005/8/layout/hierarchy1"/>
    <dgm:cxn modelId="{F99CE267-ACD3-43AB-8F98-85B6A715A06D}" type="presParOf" srcId="{C1E49E06-D3AC-40A6-B886-50221C8951B7}" destId="{08E27C02-F14C-41AB-AA54-4F0BC2BFE12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1EFA05-516E-448A-BF29-AB439734BBD8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F6AAB6FF-D1EC-4130-853A-03D179C40B3A}">
      <dgm:prSet/>
      <dgm:spPr/>
      <dgm:t>
        <a:bodyPr/>
        <a:lstStyle/>
        <a:p>
          <a:r>
            <a:rPr lang="en-US"/>
            <a:t>Design a </a:t>
          </a:r>
          <a:r>
            <a:rPr lang="en-US" b="1"/>
            <a:t>Python-based application</a:t>
          </a:r>
          <a:r>
            <a:rPr lang="en-US"/>
            <a:t> that simulates a real-time rainwater harvesting and management system.</a:t>
          </a:r>
        </a:p>
      </dgm:t>
    </dgm:pt>
    <dgm:pt modelId="{95E51A32-424B-4746-A440-B4DDF2DD6E4B}" type="parTrans" cxnId="{963381A4-7DC8-47AE-94CA-74AF10491215}">
      <dgm:prSet/>
      <dgm:spPr/>
      <dgm:t>
        <a:bodyPr/>
        <a:lstStyle/>
        <a:p>
          <a:endParaRPr lang="en-US"/>
        </a:p>
      </dgm:t>
    </dgm:pt>
    <dgm:pt modelId="{A8A265EA-A55D-473E-B380-BA46B2E8BE08}" type="sibTrans" cxnId="{963381A4-7DC8-47AE-94CA-74AF10491215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A2B404DC-4A51-4744-BEF0-1D9106EDFE98}">
      <dgm:prSet/>
      <dgm:spPr/>
      <dgm:t>
        <a:bodyPr/>
        <a:lstStyle/>
        <a:p>
          <a:r>
            <a:rPr lang="en-US"/>
            <a:t>Enable </a:t>
          </a:r>
          <a:r>
            <a:rPr lang="en-US" b="1"/>
            <a:t>monitoring, automation, and decision-making</a:t>
          </a:r>
          <a:r>
            <a:rPr lang="en-US"/>
            <a:t> based on simulated or manual environmental data.</a:t>
          </a:r>
        </a:p>
      </dgm:t>
    </dgm:pt>
    <dgm:pt modelId="{992A31F4-6184-43A4-BA08-04745C9AB639}" type="parTrans" cxnId="{70CC46D5-D249-49FA-8E41-C2AAA72B9CC1}">
      <dgm:prSet/>
      <dgm:spPr/>
      <dgm:t>
        <a:bodyPr/>
        <a:lstStyle/>
        <a:p>
          <a:endParaRPr lang="en-US"/>
        </a:p>
      </dgm:t>
    </dgm:pt>
    <dgm:pt modelId="{80B10524-C049-4CA1-9FA7-8307BE413E7F}" type="sibTrans" cxnId="{70CC46D5-D249-49FA-8E41-C2AAA72B9CC1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A1EF9C38-A1CA-4784-8266-02AFAF1987E3}">
      <dgm:prSet/>
      <dgm:spPr/>
      <dgm:t>
        <a:bodyPr/>
        <a:lstStyle/>
        <a:p>
          <a:r>
            <a:rPr lang="en-US"/>
            <a:t>Generate </a:t>
          </a:r>
          <a:r>
            <a:rPr lang="en-US" b="1"/>
            <a:t>graphical reports</a:t>
          </a:r>
          <a:r>
            <a:rPr lang="en-US"/>
            <a:t> and summaries in a professional format.</a:t>
          </a:r>
        </a:p>
      </dgm:t>
    </dgm:pt>
    <dgm:pt modelId="{E23E1F37-864E-4A30-987E-AFB584CD28A9}" type="parTrans" cxnId="{72C6661C-C3EC-4106-972E-D4DCF09A4A7A}">
      <dgm:prSet/>
      <dgm:spPr/>
      <dgm:t>
        <a:bodyPr/>
        <a:lstStyle/>
        <a:p>
          <a:endParaRPr lang="en-US"/>
        </a:p>
      </dgm:t>
    </dgm:pt>
    <dgm:pt modelId="{F533AA21-F59D-44D9-B0C3-DC93BE7A6FB6}" type="sibTrans" cxnId="{72C6661C-C3EC-4106-972E-D4DCF09A4A7A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C09933E2-22FA-4F0A-A87A-AD4CBABCA067}" type="pres">
      <dgm:prSet presAssocID="{D41EFA05-516E-448A-BF29-AB439734BBD8}" presName="linearFlow" presStyleCnt="0">
        <dgm:presLayoutVars>
          <dgm:dir/>
          <dgm:animLvl val="lvl"/>
          <dgm:resizeHandles val="exact"/>
        </dgm:presLayoutVars>
      </dgm:prSet>
      <dgm:spPr/>
    </dgm:pt>
    <dgm:pt modelId="{9CCE67B0-169E-4AFF-B90B-588C79D232D4}" type="pres">
      <dgm:prSet presAssocID="{F6AAB6FF-D1EC-4130-853A-03D179C40B3A}" presName="compositeNode" presStyleCnt="0"/>
      <dgm:spPr/>
    </dgm:pt>
    <dgm:pt modelId="{C16D9CE5-B5B0-4465-A3EA-55B3EB483063}" type="pres">
      <dgm:prSet presAssocID="{F6AAB6FF-D1EC-4130-853A-03D179C40B3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9FE07F25-EFE0-498A-BB69-09F813CC3DC7}" type="pres">
      <dgm:prSet presAssocID="{F6AAB6FF-D1EC-4130-853A-03D179C40B3A}" presName="parSh" presStyleCnt="0"/>
      <dgm:spPr/>
    </dgm:pt>
    <dgm:pt modelId="{92281E35-DA0A-4A99-829E-DD626E41EF39}" type="pres">
      <dgm:prSet presAssocID="{F6AAB6FF-D1EC-4130-853A-03D179C40B3A}" presName="lineNode" presStyleLbl="alignAccFollowNode1" presStyleIdx="0" presStyleCnt="9"/>
      <dgm:spPr/>
    </dgm:pt>
    <dgm:pt modelId="{6FA37603-63E7-41D4-B6A2-627B20D3B0A2}" type="pres">
      <dgm:prSet presAssocID="{F6AAB6FF-D1EC-4130-853A-03D179C40B3A}" presName="lineArrowNode" presStyleLbl="alignAccFollowNode1" presStyleIdx="1" presStyleCnt="9"/>
      <dgm:spPr/>
    </dgm:pt>
    <dgm:pt modelId="{D3223851-062F-43D3-88D6-0098EA9593D3}" type="pres">
      <dgm:prSet presAssocID="{A8A265EA-A55D-473E-B380-BA46B2E8BE08}" presName="sibTransNodeCircle" presStyleLbl="alignNode1" presStyleIdx="0" presStyleCnt="3">
        <dgm:presLayoutVars>
          <dgm:chMax val="0"/>
          <dgm:bulletEnabled/>
        </dgm:presLayoutVars>
      </dgm:prSet>
      <dgm:spPr/>
    </dgm:pt>
    <dgm:pt modelId="{E525D6A1-3E19-411D-AF8C-5F101AFDB401}" type="pres">
      <dgm:prSet presAssocID="{A8A265EA-A55D-473E-B380-BA46B2E8BE08}" presName="spacerBetweenCircleAndCallout" presStyleCnt="0">
        <dgm:presLayoutVars/>
      </dgm:prSet>
      <dgm:spPr/>
    </dgm:pt>
    <dgm:pt modelId="{EA12A910-3490-4C65-A95C-4723E2DFEFF7}" type="pres">
      <dgm:prSet presAssocID="{F6AAB6FF-D1EC-4130-853A-03D179C40B3A}" presName="nodeText" presStyleLbl="alignAccFollowNode1" presStyleIdx="2" presStyleCnt="9">
        <dgm:presLayoutVars>
          <dgm:bulletEnabled val="1"/>
        </dgm:presLayoutVars>
      </dgm:prSet>
      <dgm:spPr/>
    </dgm:pt>
    <dgm:pt modelId="{AA671EC9-B10B-4CB7-A2A4-9EDD14987E56}" type="pres">
      <dgm:prSet presAssocID="{A8A265EA-A55D-473E-B380-BA46B2E8BE08}" presName="sibTransComposite" presStyleCnt="0"/>
      <dgm:spPr/>
    </dgm:pt>
    <dgm:pt modelId="{4D597B1C-E0D7-471C-8758-644B72D9364A}" type="pres">
      <dgm:prSet presAssocID="{A2B404DC-4A51-4744-BEF0-1D9106EDFE98}" presName="compositeNode" presStyleCnt="0"/>
      <dgm:spPr/>
    </dgm:pt>
    <dgm:pt modelId="{6B822217-1BC2-411F-8257-CC4FD96D32DC}" type="pres">
      <dgm:prSet presAssocID="{A2B404DC-4A51-4744-BEF0-1D9106EDFE98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D6D68585-5AD9-4A1E-85D8-F7326BFA5011}" type="pres">
      <dgm:prSet presAssocID="{A2B404DC-4A51-4744-BEF0-1D9106EDFE98}" presName="parSh" presStyleCnt="0"/>
      <dgm:spPr/>
    </dgm:pt>
    <dgm:pt modelId="{3C1295AD-C4F5-4AE6-9B34-453302B546DF}" type="pres">
      <dgm:prSet presAssocID="{A2B404DC-4A51-4744-BEF0-1D9106EDFE98}" presName="lineNode" presStyleLbl="alignAccFollowNode1" presStyleIdx="3" presStyleCnt="9"/>
      <dgm:spPr/>
    </dgm:pt>
    <dgm:pt modelId="{D80BB206-FB94-43BC-947C-52959F4AD84C}" type="pres">
      <dgm:prSet presAssocID="{A2B404DC-4A51-4744-BEF0-1D9106EDFE98}" presName="lineArrowNode" presStyleLbl="alignAccFollowNode1" presStyleIdx="4" presStyleCnt="9"/>
      <dgm:spPr/>
    </dgm:pt>
    <dgm:pt modelId="{CF028561-167B-4AED-A5DA-E13C9716C896}" type="pres">
      <dgm:prSet presAssocID="{80B10524-C049-4CA1-9FA7-8307BE413E7F}" presName="sibTransNodeCircle" presStyleLbl="alignNode1" presStyleIdx="1" presStyleCnt="3">
        <dgm:presLayoutVars>
          <dgm:chMax val="0"/>
          <dgm:bulletEnabled/>
        </dgm:presLayoutVars>
      </dgm:prSet>
      <dgm:spPr/>
    </dgm:pt>
    <dgm:pt modelId="{EF4F9D80-46E6-4F0B-BAEC-28C12537B0CE}" type="pres">
      <dgm:prSet presAssocID="{80B10524-C049-4CA1-9FA7-8307BE413E7F}" presName="spacerBetweenCircleAndCallout" presStyleCnt="0">
        <dgm:presLayoutVars/>
      </dgm:prSet>
      <dgm:spPr/>
    </dgm:pt>
    <dgm:pt modelId="{E63465A4-1AE1-4C1C-89E4-317A0BF75FEE}" type="pres">
      <dgm:prSet presAssocID="{A2B404DC-4A51-4744-BEF0-1D9106EDFE98}" presName="nodeText" presStyleLbl="alignAccFollowNode1" presStyleIdx="5" presStyleCnt="9">
        <dgm:presLayoutVars>
          <dgm:bulletEnabled val="1"/>
        </dgm:presLayoutVars>
      </dgm:prSet>
      <dgm:spPr/>
    </dgm:pt>
    <dgm:pt modelId="{2AB6F5A3-AD4B-42EF-8D6C-91EC52ADEC24}" type="pres">
      <dgm:prSet presAssocID="{80B10524-C049-4CA1-9FA7-8307BE413E7F}" presName="sibTransComposite" presStyleCnt="0"/>
      <dgm:spPr/>
    </dgm:pt>
    <dgm:pt modelId="{90D22C12-EC7A-4642-A069-14803EF43333}" type="pres">
      <dgm:prSet presAssocID="{A1EF9C38-A1CA-4784-8266-02AFAF1987E3}" presName="compositeNode" presStyleCnt="0"/>
      <dgm:spPr/>
    </dgm:pt>
    <dgm:pt modelId="{74DF53D3-4599-45CD-AA28-6BF4A51A724F}" type="pres">
      <dgm:prSet presAssocID="{A1EF9C38-A1CA-4784-8266-02AFAF1987E3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35DD3094-77F4-4202-A560-90CEF665CB48}" type="pres">
      <dgm:prSet presAssocID="{A1EF9C38-A1CA-4784-8266-02AFAF1987E3}" presName="parSh" presStyleCnt="0"/>
      <dgm:spPr/>
    </dgm:pt>
    <dgm:pt modelId="{C090DE9E-978B-4398-80D0-47A5760287E6}" type="pres">
      <dgm:prSet presAssocID="{A1EF9C38-A1CA-4784-8266-02AFAF1987E3}" presName="lineNode" presStyleLbl="alignAccFollowNode1" presStyleIdx="6" presStyleCnt="9"/>
      <dgm:spPr/>
    </dgm:pt>
    <dgm:pt modelId="{9A28B40D-1F1F-4198-BE79-76A04B2CE55C}" type="pres">
      <dgm:prSet presAssocID="{A1EF9C38-A1CA-4784-8266-02AFAF1987E3}" presName="lineArrowNode" presStyleLbl="alignAccFollowNode1" presStyleIdx="7" presStyleCnt="9"/>
      <dgm:spPr/>
    </dgm:pt>
    <dgm:pt modelId="{68CD8207-1250-434B-8CF9-86C6A53DA123}" type="pres">
      <dgm:prSet presAssocID="{F533AA21-F59D-44D9-B0C3-DC93BE7A6FB6}" presName="sibTransNodeCircle" presStyleLbl="alignNode1" presStyleIdx="2" presStyleCnt="3">
        <dgm:presLayoutVars>
          <dgm:chMax val="0"/>
          <dgm:bulletEnabled/>
        </dgm:presLayoutVars>
      </dgm:prSet>
      <dgm:spPr/>
    </dgm:pt>
    <dgm:pt modelId="{AF3BD5D2-8790-4BE9-B9DB-D91D3C8E0F12}" type="pres">
      <dgm:prSet presAssocID="{F533AA21-F59D-44D9-B0C3-DC93BE7A6FB6}" presName="spacerBetweenCircleAndCallout" presStyleCnt="0">
        <dgm:presLayoutVars/>
      </dgm:prSet>
      <dgm:spPr/>
    </dgm:pt>
    <dgm:pt modelId="{FD8629E7-CF38-42C4-A779-CDA958B64DB3}" type="pres">
      <dgm:prSet presAssocID="{A1EF9C38-A1CA-4784-8266-02AFAF1987E3}" presName="nodeText" presStyleLbl="alignAccFollowNode1" presStyleIdx="8" presStyleCnt="9">
        <dgm:presLayoutVars>
          <dgm:bulletEnabled val="1"/>
        </dgm:presLayoutVars>
      </dgm:prSet>
      <dgm:spPr/>
    </dgm:pt>
  </dgm:ptLst>
  <dgm:cxnLst>
    <dgm:cxn modelId="{621B3712-4806-4F9B-BE2B-9F05ED030245}" type="presOf" srcId="{D41EFA05-516E-448A-BF29-AB439734BBD8}" destId="{C09933E2-22FA-4F0A-A87A-AD4CBABCA067}" srcOrd="0" destOrd="0" presId="urn:microsoft.com/office/officeart/2016/7/layout/LinearArrowProcessNumbered"/>
    <dgm:cxn modelId="{72C6661C-C3EC-4106-972E-D4DCF09A4A7A}" srcId="{D41EFA05-516E-448A-BF29-AB439734BBD8}" destId="{A1EF9C38-A1CA-4784-8266-02AFAF1987E3}" srcOrd="2" destOrd="0" parTransId="{E23E1F37-864E-4A30-987E-AFB584CD28A9}" sibTransId="{F533AA21-F59D-44D9-B0C3-DC93BE7A6FB6}"/>
    <dgm:cxn modelId="{745B806D-467A-42A2-B0F8-25085A05F383}" type="presOf" srcId="{A8A265EA-A55D-473E-B380-BA46B2E8BE08}" destId="{D3223851-062F-43D3-88D6-0098EA9593D3}" srcOrd="0" destOrd="0" presId="urn:microsoft.com/office/officeart/2016/7/layout/LinearArrowProcessNumbered"/>
    <dgm:cxn modelId="{9BBFED56-AF36-4DEB-9BBE-9A5205305894}" type="presOf" srcId="{A1EF9C38-A1CA-4784-8266-02AFAF1987E3}" destId="{FD8629E7-CF38-42C4-A779-CDA958B64DB3}" srcOrd="0" destOrd="0" presId="urn:microsoft.com/office/officeart/2016/7/layout/LinearArrowProcessNumbered"/>
    <dgm:cxn modelId="{963381A4-7DC8-47AE-94CA-74AF10491215}" srcId="{D41EFA05-516E-448A-BF29-AB439734BBD8}" destId="{F6AAB6FF-D1EC-4130-853A-03D179C40B3A}" srcOrd="0" destOrd="0" parTransId="{95E51A32-424B-4746-A440-B4DDF2DD6E4B}" sibTransId="{A8A265EA-A55D-473E-B380-BA46B2E8BE08}"/>
    <dgm:cxn modelId="{610485AD-50B1-48E5-AA82-F7F0620CE2B8}" type="presOf" srcId="{F533AA21-F59D-44D9-B0C3-DC93BE7A6FB6}" destId="{68CD8207-1250-434B-8CF9-86C6A53DA123}" srcOrd="0" destOrd="0" presId="urn:microsoft.com/office/officeart/2016/7/layout/LinearArrowProcessNumbered"/>
    <dgm:cxn modelId="{70CC46D5-D249-49FA-8E41-C2AAA72B9CC1}" srcId="{D41EFA05-516E-448A-BF29-AB439734BBD8}" destId="{A2B404DC-4A51-4744-BEF0-1D9106EDFE98}" srcOrd="1" destOrd="0" parTransId="{992A31F4-6184-43A4-BA08-04745C9AB639}" sibTransId="{80B10524-C049-4CA1-9FA7-8307BE413E7F}"/>
    <dgm:cxn modelId="{FF2B18D6-3B4C-442C-8BF3-87CB8025AF86}" type="presOf" srcId="{80B10524-C049-4CA1-9FA7-8307BE413E7F}" destId="{CF028561-167B-4AED-A5DA-E13C9716C896}" srcOrd="0" destOrd="0" presId="urn:microsoft.com/office/officeart/2016/7/layout/LinearArrowProcessNumbered"/>
    <dgm:cxn modelId="{F7F08FDF-3196-4792-A7F8-55090D237FC2}" type="presOf" srcId="{A2B404DC-4A51-4744-BEF0-1D9106EDFE98}" destId="{E63465A4-1AE1-4C1C-89E4-317A0BF75FEE}" srcOrd="0" destOrd="0" presId="urn:microsoft.com/office/officeart/2016/7/layout/LinearArrowProcessNumbered"/>
    <dgm:cxn modelId="{9B4E7EFB-6ED0-49EA-99A2-3E5BAC2DC8B6}" type="presOf" srcId="{F6AAB6FF-D1EC-4130-853A-03D179C40B3A}" destId="{EA12A910-3490-4C65-A95C-4723E2DFEFF7}" srcOrd="0" destOrd="0" presId="urn:microsoft.com/office/officeart/2016/7/layout/LinearArrowProcessNumbered"/>
    <dgm:cxn modelId="{39BF896D-0685-4432-BED5-797A0DEC0EF5}" type="presParOf" srcId="{C09933E2-22FA-4F0A-A87A-AD4CBABCA067}" destId="{9CCE67B0-169E-4AFF-B90B-588C79D232D4}" srcOrd="0" destOrd="0" presId="urn:microsoft.com/office/officeart/2016/7/layout/LinearArrowProcessNumbered"/>
    <dgm:cxn modelId="{61BB2FBE-E3F2-4127-9C9F-C9DA58A2AF7F}" type="presParOf" srcId="{9CCE67B0-169E-4AFF-B90B-588C79D232D4}" destId="{C16D9CE5-B5B0-4465-A3EA-55B3EB483063}" srcOrd="0" destOrd="0" presId="urn:microsoft.com/office/officeart/2016/7/layout/LinearArrowProcessNumbered"/>
    <dgm:cxn modelId="{F00AAEC6-DED2-439F-9D89-7ACEDE68FCCC}" type="presParOf" srcId="{9CCE67B0-169E-4AFF-B90B-588C79D232D4}" destId="{9FE07F25-EFE0-498A-BB69-09F813CC3DC7}" srcOrd="1" destOrd="0" presId="urn:microsoft.com/office/officeart/2016/7/layout/LinearArrowProcessNumbered"/>
    <dgm:cxn modelId="{0CC7D91E-B921-4231-9AAA-ABFD952CA8EC}" type="presParOf" srcId="{9FE07F25-EFE0-498A-BB69-09F813CC3DC7}" destId="{92281E35-DA0A-4A99-829E-DD626E41EF39}" srcOrd="0" destOrd="0" presId="urn:microsoft.com/office/officeart/2016/7/layout/LinearArrowProcessNumbered"/>
    <dgm:cxn modelId="{A1F16D25-A019-4D4A-BF21-2563CE01B8A1}" type="presParOf" srcId="{9FE07F25-EFE0-498A-BB69-09F813CC3DC7}" destId="{6FA37603-63E7-41D4-B6A2-627B20D3B0A2}" srcOrd="1" destOrd="0" presId="urn:microsoft.com/office/officeart/2016/7/layout/LinearArrowProcessNumbered"/>
    <dgm:cxn modelId="{B7A793BE-DAF7-41D4-8ACA-0AB0827852A3}" type="presParOf" srcId="{9FE07F25-EFE0-498A-BB69-09F813CC3DC7}" destId="{D3223851-062F-43D3-88D6-0098EA9593D3}" srcOrd="2" destOrd="0" presId="urn:microsoft.com/office/officeart/2016/7/layout/LinearArrowProcessNumbered"/>
    <dgm:cxn modelId="{1BA1CD04-4FB0-4233-9440-08C077DC69DC}" type="presParOf" srcId="{9FE07F25-EFE0-498A-BB69-09F813CC3DC7}" destId="{E525D6A1-3E19-411D-AF8C-5F101AFDB401}" srcOrd="3" destOrd="0" presId="urn:microsoft.com/office/officeart/2016/7/layout/LinearArrowProcessNumbered"/>
    <dgm:cxn modelId="{1C586C0B-08AD-4EF5-BC7A-482899501903}" type="presParOf" srcId="{9CCE67B0-169E-4AFF-B90B-588C79D232D4}" destId="{EA12A910-3490-4C65-A95C-4723E2DFEFF7}" srcOrd="2" destOrd="0" presId="urn:microsoft.com/office/officeart/2016/7/layout/LinearArrowProcessNumbered"/>
    <dgm:cxn modelId="{FD48315F-D119-4F42-A004-A61AF6B5C1D3}" type="presParOf" srcId="{C09933E2-22FA-4F0A-A87A-AD4CBABCA067}" destId="{AA671EC9-B10B-4CB7-A2A4-9EDD14987E56}" srcOrd="1" destOrd="0" presId="urn:microsoft.com/office/officeart/2016/7/layout/LinearArrowProcessNumbered"/>
    <dgm:cxn modelId="{A4DFA84F-5557-4E1C-9498-6B87B00040EE}" type="presParOf" srcId="{C09933E2-22FA-4F0A-A87A-AD4CBABCA067}" destId="{4D597B1C-E0D7-471C-8758-644B72D9364A}" srcOrd="2" destOrd="0" presId="urn:microsoft.com/office/officeart/2016/7/layout/LinearArrowProcessNumbered"/>
    <dgm:cxn modelId="{5D1E2787-EDBD-4264-A888-3A76489BED8C}" type="presParOf" srcId="{4D597B1C-E0D7-471C-8758-644B72D9364A}" destId="{6B822217-1BC2-411F-8257-CC4FD96D32DC}" srcOrd="0" destOrd="0" presId="urn:microsoft.com/office/officeart/2016/7/layout/LinearArrowProcessNumbered"/>
    <dgm:cxn modelId="{F622EC54-0D14-47F6-A666-958EB3F1BD52}" type="presParOf" srcId="{4D597B1C-E0D7-471C-8758-644B72D9364A}" destId="{D6D68585-5AD9-4A1E-85D8-F7326BFA5011}" srcOrd="1" destOrd="0" presId="urn:microsoft.com/office/officeart/2016/7/layout/LinearArrowProcessNumbered"/>
    <dgm:cxn modelId="{F772EDCB-EEA0-475D-9BD6-846AD388B136}" type="presParOf" srcId="{D6D68585-5AD9-4A1E-85D8-F7326BFA5011}" destId="{3C1295AD-C4F5-4AE6-9B34-453302B546DF}" srcOrd="0" destOrd="0" presId="urn:microsoft.com/office/officeart/2016/7/layout/LinearArrowProcessNumbered"/>
    <dgm:cxn modelId="{ED75460A-AA9E-419F-B3AC-C85A350450FE}" type="presParOf" srcId="{D6D68585-5AD9-4A1E-85D8-F7326BFA5011}" destId="{D80BB206-FB94-43BC-947C-52959F4AD84C}" srcOrd="1" destOrd="0" presId="urn:microsoft.com/office/officeart/2016/7/layout/LinearArrowProcessNumbered"/>
    <dgm:cxn modelId="{5AC5B644-2B96-46E8-AF9F-E7E582D06569}" type="presParOf" srcId="{D6D68585-5AD9-4A1E-85D8-F7326BFA5011}" destId="{CF028561-167B-4AED-A5DA-E13C9716C896}" srcOrd="2" destOrd="0" presId="urn:microsoft.com/office/officeart/2016/7/layout/LinearArrowProcessNumbered"/>
    <dgm:cxn modelId="{94A8C113-AC3F-4692-AB7C-A73EEE858994}" type="presParOf" srcId="{D6D68585-5AD9-4A1E-85D8-F7326BFA5011}" destId="{EF4F9D80-46E6-4F0B-BAEC-28C12537B0CE}" srcOrd="3" destOrd="0" presId="urn:microsoft.com/office/officeart/2016/7/layout/LinearArrowProcessNumbered"/>
    <dgm:cxn modelId="{F9C10A5F-AE07-423F-B872-71FB33F3772F}" type="presParOf" srcId="{4D597B1C-E0D7-471C-8758-644B72D9364A}" destId="{E63465A4-1AE1-4C1C-89E4-317A0BF75FEE}" srcOrd="2" destOrd="0" presId="urn:microsoft.com/office/officeart/2016/7/layout/LinearArrowProcessNumbered"/>
    <dgm:cxn modelId="{9F678071-0676-47BC-9AEE-36CEF9B3D378}" type="presParOf" srcId="{C09933E2-22FA-4F0A-A87A-AD4CBABCA067}" destId="{2AB6F5A3-AD4B-42EF-8D6C-91EC52ADEC24}" srcOrd="3" destOrd="0" presId="urn:microsoft.com/office/officeart/2016/7/layout/LinearArrowProcessNumbered"/>
    <dgm:cxn modelId="{8F08C0B8-B89C-4851-9B3F-5897FA36A34E}" type="presParOf" srcId="{C09933E2-22FA-4F0A-A87A-AD4CBABCA067}" destId="{90D22C12-EC7A-4642-A069-14803EF43333}" srcOrd="4" destOrd="0" presId="urn:microsoft.com/office/officeart/2016/7/layout/LinearArrowProcessNumbered"/>
    <dgm:cxn modelId="{81A2AF76-0DEC-4003-9133-27C052898E4E}" type="presParOf" srcId="{90D22C12-EC7A-4642-A069-14803EF43333}" destId="{74DF53D3-4599-45CD-AA28-6BF4A51A724F}" srcOrd="0" destOrd="0" presId="urn:microsoft.com/office/officeart/2016/7/layout/LinearArrowProcessNumbered"/>
    <dgm:cxn modelId="{4E1D3282-2928-40E0-B943-C663F16381DB}" type="presParOf" srcId="{90D22C12-EC7A-4642-A069-14803EF43333}" destId="{35DD3094-77F4-4202-A560-90CEF665CB48}" srcOrd="1" destOrd="0" presId="urn:microsoft.com/office/officeart/2016/7/layout/LinearArrowProcessNumbered"/>
    <dgm:cxn modelId="{48FA65D5-94E2-4F89-802C-B6C6D8B77E64}" type="presParOf" srcId="{35DD3094-77F4-4202-A560-90CEF665CB48}" destId="{C090DE9E-978B-4398-80D0-47A5760287E6}" srcOrd="0" destOrd="0" presId="urn:microsoft.com/office/officeart/2016/7/layout/LinearArrowProcessNumbered"/>
    <dgm:cxn modelId="{89928F30-7884-4CB8-8836-57527F0D962A}" type="presParOf" srcId="{35DD3094-77F4-4202-A560-90CEF665CB48}" destId="{9A28B40D-1F1F-4198-BE79-76A04B2CE55C}" srcOrd="1" destOrd="0" presId="urn:microsoft.com/office/officeart/2016/7/layout/LinearArrowProcessNumbered"/>
    <dgm:cxn modelId="{737AA603-7DCB-47DC-97D2-716EE6712592}" type="presParOf" srcId="{35DD3094-77F4-4202-A560-90CEF665CB48}" destId="{68CD8207-1250-434B-8CF9-86C6A53DA123}" srcOrd="2" destOrd="0" presId="urn:microsoft.com/office/officeart/2016/7/layout/LinearArrowProcessNumbered"/>
    <dgm:cxn modelId="{4D8DED15-1D39-4978-B9A9-66619CDECDC1}" type="presParOf" srcId="{35DD3094-77F4-4202-A560-90CEF665CB48}" destId="{AF3BD5D2-8790-4BE9-B9DB-D91D3C8E0F12}" srcOrd="3" destOrd="0" presId="urn:microsoft.com/office/officeart/2016/7/layout/LinearArrowProcessNumbered"/>
    <dgm:cxn modelId="{E4414469-86B7-41C2-97FC-43304A90E917}" type="presParOf" srcId="{90D22C12-EC7A-4642-A069-14803EF43333}" destId="{FD8629E7-CF38-42C4-A779-CDA958B64DB3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8261AC6-DB37-49B8-A85F-0A4CFCDA1898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1C83AA2-61C7-4C11-8194-B283CB9CC343}">
      <dgm:prSet/>
      <dgm:spPr/>
      <dgm:t>
        <a:bodyPr/>
        <a:lstStyle/>
        <a:p>
          <a:r>
            <a:rPr lang="en-US"/>
            <a:t>Smart Homes and Buildings</a:t>
          </a:r>
        </a:p>
      </dgm:t>
    </dgm:pt>
    <dgm:pt modelId="{89AB2BF0-BBC0-466B-B905-7A10F89C531E}" type="parTrans" cxnId="{671727DD-91BE-41D8-B626-888473F02688}">
      <dgm:prSet/>
      <dgm:spPr/>
      <dgm:t>
        <a:bodyPr/>
        <a:lstStyle/>
        <a:p>
          <a:endParaRPr lang="en-US"/>
        </a:p>
      </dgm:t>
    </dgm:pt>
    <dgm:pt modelId="{576EC3F6-DEB2-47BB-98B9-364D17F03503}" type="sibTrans" cxnId="{671727DD-91BE-41D8-B626-888473F02688}">
      <dgm:prSet/>
      <dgm:spPr/>
      <dgm:t>
        <a:bodyPr/>
        <a:lstStyle/>
        <a:p>
          <a:endParaRPr lang="en-US"/>
        </a:p>
      </dgm:t>
    </dgm:pt>
    <dgm:pt modelId="{06FAFC68-038C-4643-AC92-7A2F59A5AE4E}">
      <dgm:prSet/>
      <dgm:spPr/>
      <dgm:t>
        <a:bodyPr/>
        <a:lstStyle/>
        <a:p>
          <a:r>
            <a:rPr lang="en-US"/>
            <a:t>Agricultural Irrigation Systems</a:t>
          </a:r>
        </a:p>
      </dgm:t>
    </dgm:pt>
    <dgm:pt modelId="{3837D368-E405-4F3B-B0FD-010C21B6251A}" type="parTrans" cxnId="{D25836FE-81A4-4386-A098-C531DEBC7B46}">
      <dgm:prSet/>
      <dgm:spPr/>
      <dgm:t>
        <a:bodyPr/>
        <a:lstStyle/>
        <a:p>
          <a:endParaRPr lang="en-US"/>
        </a:p>
      </dgm:t>
    </dgm:pt>
    <dgm:pt modelId="{88F88703-58C1-411C-B8CD-199A15CC17DA}" type="sibTrans" cxnId="{D25836FE-81A4-4386-A098-C531DEBC7B46}">
      <dgm:prSet/>
      <dgm:spPr/>
      <dgm:t>
        <a:bodyPr/>
        <a:lstStyle/>
        <a:p>
          <a:endParaRPr lang="en-US"/>
        </a:p>
      </dgm:t>
    </dgm:pt>
    <dgm:pt modelId="{F6685B0B-54E4-4800-9AEE-10452E17D8B0}">
      <dgm:prSet/>
      <dgm:spPr/>
      <dgm:t>
        <a:bodyPr/>
        <a:lstStyle/>
        <a:p>
          <a:r>
            <a:rPr lang="en-US"/>
            <a:t>Urban Water Management</a:t>
          </a:r>
        </a:p>
      </dgm:t>
    </dgm:pt>
    <dgm:pt modelId="{DD8C3229-9373-49F0-B5A7-34822CB57D01}" type="parTrans" cxnId="{18313EB0-1D87-48AD-B8EA-49DB94B19129}">
      <dgm:prSet/>
      <dgm:spPr/>
      <dgm:t>
        <a:bodyPr/>
        <a:lstStyle/>
        <a:p>
          <a:endParaRPr lang="en-US"/>
        </a:p>
      </dgm:t>
    </dgm:pt>
    <dgm:pt modelId="{32385D5B-DD42-4F7E-9CF4-AA29285ED536}" type="sibTrans" cxnId="{18313EB0-1D87-48AD-B8EA-49DB94B19129}">
      <dgm:prSet/>
      <dgm:spPr/>
      <dgm:t>
        <a:bodyPr/>
        <a:lstStyle/>
        <a:p>
          <a:endParaRPr lang="en-US"/>
        </a:p>
      </dgm:t>
    </dgm:pt>
    <dgm:pt modelId="{12F98719-18F3-41B3-9928-CEAE2E5DACB5}">
      <dgm:prSet/>
      <dgm:spPr/>
      <dgm:t>
        <a:bodyPr/>
        <a:lstStyle/>
        <a:p>
          <a:r>
            <a:rPr lang="en-US"/>
            <a:t>Educational Labs for Environmental &amp; Civil Engineering</a:t>
          </a:r>
        </a:p>
      </dgm:t>
    </dgm:pt>
    <dgm:pt modelId="{83414076-6723-4A42-9A22-2FDF8E28B5B9}" type="parTrans" cxnId="{84FAE01D-89B7-4464-88F8-BA52BBCACB9A}">
      <dgm:prSet/>
      <dgm:spPr/>
      <dgm:t>
        <a:bodyPr/>
        <a:lstStyle/>
        <a:p>
          <a:endParaRPr lang="en-US"/>
        </a:p>
      </dgm:t>
    </dgm:pt>
    <dgm:pt modelId="{213A0C03-721D-4F7E-A0F8-8BABDBA70C85}" type="sibTrans" cxnId="{84FAE01D-89B7-4464-88F8-BA52BBCACB9A}">
      <dgm:prSet/>
      <dgm:spPr/>
      <dgm:t>
        <a:bodyPr/>
        <a:lstStyle/>
        <a:p>
          <a:endParaRPr lang="en-US"/>
        </a:p>
      </dgm:t>
    </dgm:pt>
    <dgm:pt modelId="{02614BAC-F19A-4101-95B0-CDF73251734D}">
      <dgm:prSet/>
      <dgm:spPr/>
      <dgm:t>
        <a:bodyPr/>
        <a:lstStyle/>
        <a:p>
          <a:r>
            <a:rPr lang="en-US"/>
            <a:t>Smart Cities and Municipal Infrastructures</a:t>
          </a:r>
        </a:p>
      </dgm:t>
    </dgm:pt>
    <dgm:pt modelId="{1129A71F-83F4-4179-81D3-DF0F1D9D028D}" type="parTrans" cxnId="{A8317BBA-DA12-4754-AA29-A31A160D19EE}">
      <dgm:prSet/>
      <dgm:spPr/>
      <dgm:t>
        <a:bodyPr/>
        <a:lstStyle/>
        <a:p>
          <a:endParaRPr lang="en-US"/>
        </a:p>
      </dgm:t>
    </dgm:pt>
    <dgm:pt modelId="{FD09BF37-06CD-441E-8330-2A8275721C85}" type="sibTrans" cxnId="{A8317BBA-DA12-4754-AA29-A31A160D19EE}">
      <dgm:prSet/>
      <dgm:spPr/>
      <dgm:t>
        <a:bodyPr/>
        <a:lstStyle/>
        <a:p>
          <a:endParaRPr lang="en-US"/>
        </a:p>
      </dgm:t>
    </dgm:pt>
    <dgm:pt modelId="{51A7C054-AF34-4B04-880D-56BD02D1293F}" type="pres">
      <dgm:prSet presAssocID="{B8261AC6-DB37-49B8-A85F-0A4CFCDA1898}" presName="Name0" presStyleCnt="0">
        <dgm:presLayoutVars>
          <dgm:dir/>
          <dgm:animLvl val="lvl"/>
          <dgm:resizeHandles val="exact"/>
        </dgm:presLayoutVars>
      </dgm:prSet>
      <dgm:spPr/>
    </dgm:pt>
    <dgm:pt modelId="{1AF2A615-4CCB-45AF-A09C-4A54F03A143E}" type="pres">
      <dgm:prSet presAssocID="{51C83AA2-61C7-4C11-8194-B283CB9CC343}" presName="linNode" presStyleCnt="0"/>
      <dgm:spPr/>
    </dgm:pt>
    <dgm:pt modelId="{14426A0C-FAEC-4671-B8E4-DE2F4A361C50}" type="pres">
      <dgm:prSet presAssocID="{51C83AA2-61C7-4C11-8194-B283CB9CC343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B876E24F-A326-45F0-B7CB-0CDE5EB5889F}" type="pres">
      <dgm:prSet presAssocID="{576EC3F6-DEB2-47BB-98B9-364D17F03503}" presName="sp" presStyleCnt="0"/>
      <dgm:spPr/>
    </dgm:pt>
    <dgm:pt modelId="{0CB7E40D-A7C7-439F-8016-86B1EA84767D}" type="pres">
      <dgm:prSet presAssocID="{06FAFC68-038C-4643-AC92-7A2F59A5AE4E}" presName="linNode" presStyleCnt="0"/>
      <dgm:spPr/>
    </dgm:pt>
    <dgm:pt modelId="{AE260B1E-9469-43C2-9D1B-65D66451FA6C}" type="pres">
      <dgm:prSet presAssocID="{06FAFC68-038C-4643-AC92-7A2F59A5AE4E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0E95947F-7C23-45FB-AF6E-EE574231C397}" type="pres">
      <dgm:prSet presAssocID="{88F88703-58C1-411C-B8CD-199A15CC17DA}" presName="sp" presStyleCnt="0"/>
      <dgm:spPr/>
    </dgm:pt>
    <dgm:pt modelId="{A36A5440-46EB-4167-8411-F2FB97C9C213}" type="pres">
      <dgm:prSet presAssocID="{F6685B0B-54E4-4800-9AEE-10452E17D8B0}" presName="linNode" presStyleCnt="0"/>
      <dgm:spPr/>
    </dgm:pt>
    <dgm:pt modelId="{F3B3D536-AC0D-4318-A3CD-AD840E584BCD}" type="pres">
      <dgm:prSet presAssocID="{F6685B0B-54E4-4800-9AEE-10452E17D8B0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3C1B0D16-70AD-4100-B4EB-9CBCE98ED965}" type="pres">
      <dgm:prSet presAssocID="{32385D5B-DD42-4F7E-9CF4-AA29285ED536}" presName="sp" presStyleCnt="0"/>
      <dgm:spPr/>
    </dgm:pt>
    <dgm:pt modelId="{66A37227-9126-48E4-A0FD-952A936F1437}" type="pres">
      <dgm:prSet presAssocID="{12F98719-18F3-41B3-9928-CEAE2E5DACB5}" presName="linNode" presStyleCnt="0"/>
      <dgm:spPr/>
    </dgm:pt>
    <dgm:pt modelId="{322555E6-334D-4A95-B0B2-C729D22D8C2E}" type="pres">
      <dgm:prSet presAssocID="{12F98719-18F3-41B3-9928-CEAE2E5DACB5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A538F419-E9E6-4DFE-955D-448BDE24C445}" type="pres">
      <dgm:prSet presAssocID="{213A0C03-721D-4F7E-A0F8-8BABDBA70C85}" presName="sp" presStyleCnt="0"/>
      <dgm:spPr/>
    </dgm:pt>
    <dgm:pt modelId="{CBC96325-1479-40EA-A149-2C797386C96E}" type="pres">
      <dgm:prSet presAssocID="{02614BAC-F19A-4101-95B0-CDF73251734D}" presName="linNode" presStyleCnt="0"/>
      <dgm:spPr/>
    </dgm:pt>
    <dgm:pt modelId="{4E485B41-1EBF-4927-BB48-8046DF6CBDA8}" type="pres">
      <dgm:prSet presAssocID="{02614BAC-F19A-4101-95B0-CDF73251734D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B8678707-B960-4F36-ADC1-E29092FC325B}" type="presOf" srcId="{B8261AC6-DB37-49B8-A85F-0A4CFCDA1898}" destId="{51A7C054-AF34-4B04-880D-56BD02D1293F}" srcOrd="0" destOrd="0" presId="urn:microsoft.com/office/officeart/2005/8/layout/vList5"/>
    <dgm:cxn modelId="{84FAE01D-89B7-4464-88F8-BA52BBCACB9A}" srcId="{B8261AC6-DB37-49B8-A85F-0A4CFCDA1898}" destId="{12F98719-18F3-41B3-9928-CEAE2E5DACB5}" srcOrd="3" destOrd="0" parTransId="{83414076-6723-4A42-9A22-2FDF8E28B5B9}" sibTransId="{213A0C03-721D-4F7E-A0F8-8BABDBA70C85}"/>
    <dgm:cxn modelId="{61B37D1F-C78D-44F9-A54C-9C394C0B1450}" type="presOf" srcId="{02614BAC-F19A-4101-95B0-CDF73251734D}" destId="{4E485B41-1EBF-4927-BB48-8046DF6CBDA8}" srcOrd="0" destOrd="0" presId="urn:microsoft.com/office/officeart/2005/8/layout/vList5"/>
    <dgm:cxn modelId="{F3755760-A036-4280-A0AD-EDCD00F8CEDD}" type="presOf" srcId="{F6685B0B-54E4-4800-9AEE-10452E17D8B0}" destId="{F3B3D536-AC0D-4318-A3CD-AD840E584BCD}" srcOrd="0" destOrd="0" presId="urn:microsoft.com/office/officeart/2005/8/layout/vList5"/>
    <dgm:cxn modelId="{BEA5AD8F-ECB5-46DD-9059-6DA34BB3449A}" type="presOf" srcId="{06FAFC68-038C-4643-AC92-7A2F59A5AE4E}" destId="{AE260B1E-9469-43C2-9D1B-65D66451FA6C}" srcOrd="0" destOrd="0" presId="urn:microsoft.com/office/officeart/2005/8/layout/vList5"/>
    <dgm:cxn modelId="{80F48190-3FD7-4521-979A-A499009E9028}" type="presOf" srcId="{51C83AA2-61C7-4C11-8194-B283CB9CC343}" destId="{14426A0C-FAEC-4671-B8E4-DE2F4A361C50}" srcOrd="0" destOrd="0" presId="urn:microsoft.com/office/officeart/2005/8/layout/vList5"/>
    <dgm:cxn modelId="{18313EB0-1D87-48AD-B8EA-49DB94B19129}" srcId="{B8261AC6-DB37-49B8-A85F-0A4CFCDA1898}" destId="{F6685B0B-54E4-4800-9AEE-10452E17D8B0}" srcOrd="2" destOrd="0" parTransId="{DD8C3229-9373-49F0-B5A7-34822CB57D01}" sibTransId="{32385D5B-DD42-4F7E-9CF4-AA29285ED536}"/>
    <dgm:cxn modelId="{A8317BBA-DA12-4754-AA29-A31A160D19EE}" srcId="{B8261AC6-DB37-49B8-A85F-0A4CFCDA1898}" destId="{02614BAC-F19A-4101-95B0-CDF73251734D}" srcOrd="4" destOrd="0" parTransId="{1129A71F-83F4-4179-81D3-DF0F1D9D028D}" sibTransId="{FD09BF37-06CD-441E-8330-2A8275721C85}"/>
    <dgm:cxn modelId="{6F5E3ADA-50F5-439F-8E79-1FF99213A3D8}" type="presOf" srcId="{12F98719-18F3-41B3-9928-CEAE2E5DACB5}" destId="{322555E6-334D-4A95-B0B2-C729D22D8C2E}" srcOrd="0" destOrd="0" presId="urn:microsoft.com/office/officeart/2005/8/layout/vList5"/>
    <dgm:cxn modelId="{671727DD-91BE-41D8-B626-888473F02688}" srcId="{B8261AC6-DB37-49B8-A85F-0A4CFCDA1898}" destId="{51C83AA2-61C7-4C11-8194-B283CB9CC343}" srcOrd="0" destOrd="0" parTransId="{89AB2BF0-BBC0-466B-B905-7A10F89C531E}" sibTransId="{576EC3F6-DEB2-47BB-98B9-364D17F03503}"/>
    <dgm:cxn modelId="{D25836FE-81A4-4386-A098-C531DEBC7B46}" srcId="{B8261AC6-DB37-49B8-A85F-0A4CFCDA1898}" destId="{06FAFC68-038C-4643-AC92-7A2F59A5AE4E}" srcOrd="1" destOrd="0" parTransId="{3837D368-E405-4F3B-B0FD-010C21B6251A}" sibTransId="{88F88703-58C1-411C-B8CD-199A15CC17DA}"/>
    <dgm:cxn modelId="{0D174426-6AD9-4602-85F7-F456595198D3}" type="presParOf" srcId="{51A7C054-AF34-4B04-880D-56BD02D1293F}" destId="{1AF2A615-4CCB-45AF-A09C-4A54F03A143E}" srcOrd="0" destOrd="0" presId="urn:microsoft.com/office/officeart/2005/8/layout/vList5"/>
    <dgm:cxn modelId="{F2733759-1842-4B46-9957-BD96CB12CBFF}" type="presParOf" srcId="{1AF2A615-4CCB-45AF-A09C-4A54F03A143E}" destId="{14426A0C-FAEC-4671-B8E4-DE2F4A361C50}" srcOrd="0" destOrd="0" presId="urn:microsoft.com/office/officeart/2005/8/layout/vList5"/>
    <dgm:cxn modelId="{E9324C94-4253-4D3C-BABC-3B73C1C18907}" type="presParOf" srcId="{51A7C054-AF34-4B04-880D-56BD02D1293F}" destId="{B876E24F-A326-45F0-B7CB-0CDE5EB5889F}" srcOrd="1" destOrd="0" presId="urn:microsoft.com/office/officeart/2005/8/layout/vList5"/>
    <dgm:cxn modelId="{EE5945AD-4E54-430A-91BC-5894F2623DED}" type="presParOf" srcId="{51A7C054-AF34-4B04-880D-56BD02D1293F}" destId="{0CB7E40D-A7C7-439F-8016-86B1EA84767D}" srcOrd="2" destOrd="0" presId="urn:microsoft.com/office/officeart/2005/8/layout/vList5"/>
    <dgm:cxn modelId="{A6C1A4BB-AEDE-4286-A514-0E61F16D692B}" type="presParOf" srcId="{0CB7E40D-A7C7-439F-8016-86B1EA84767D}" destId="{AE260B1E-9469-43C2-9D1B-65D66451FA6C}" srcOrd="0" destOrd="0" presId="urn:microsoft.com/office/officeart/2005/8/layout/vList5"/>
    <dgm:cxn modelId="{4297BCE1-A3AD-4C77-B40A-9031C525A063}" type="presParOf" srcId="{51A7C054-AF34-4B04-880D-56BD02D1293F}" destId="{0E95947F-7C23-45FB-AF6E-EE574231C397}" srcOrd="3" destOrd="0" presId="urn:microsoft.com/office/officeart/2005/8/layout/vList5"/>
    <dgm:cxn modelId="{87D43CF2-8B72-4B78-88D1-600BF1F91FF3}" type="presParOf" srcId="{51A7C054-AF34-4B04-880D-56BD02D1293F}" destId="{A36A5440-46EB-4167-8411-F2FB97C9C213}" srcOrd="4" destOrd="0" presId="urn:microsoft.com/office/officeart/2005/8/layout/vList5"/>
    <dgm:cxn modelId="{AF17C220-7DCB-4DD6-B3B7-7947A6DFDED3}" type="presParOf" srcId="{A36A5440-46EB-4167-8411-F2FB97C9C213}" destId="{F3B3D536-AC0D-4318-A3CD-AD840E584BCD}" srcOrd="0" destOrd="0" presId="urn:microsoft.com/office/officeart/2005/8/layout/vList5"/>
    <dgm:cxn modelId="{BA46D099-BF56-4375-BEA1-7CA8439E4BA5}" type="presParOf" srcId="{51A7C054-AF34-4B04-880D-56BD02D1293F}" destId="{3C1B0D16-70AD-4100-B4EB-9CBCE98ED965}" srcOrd="5" destOrd="0" presId="urn:microsoft.com/office/officeart/2005/8/layout/vList5"/>
    <dgm:cxn modelId="{6B797173-3D1F-422F-B528-B7975C8F0A92}" type="presParOf" srcId="{51A7C054-AF34-4B04-880D-56BD02D1293F}" destId="{66A37227-9126-48E4-A0FD-952A936F1437}" srcOrd="6" destOrd="0" presId="urn:microsoft.com/office/officeart/2005/8/layout/vList5"/>
    <dgm:cxn modelId="{2DA7D4DC-FEDA-4125-A122-A94457D9D883}" type="presParOf" srcId="{66A37227-9126-48E4-A0FD-952A936F1437}" destId="{322555E6-334D-4A95-B0B2-C729D22D8C2E}" srcOrd="0" destOrd="0" presId="urn:microsoft.com/office/officeart/2005/8/layout/vList5"/>
    <dgm:cxn modelId="{6345AC73-B032-47D1-A40C-E030871AAD48}" type="presParOf" srcId="{51A7C054-AF34-4B04-880D-56BD02D1293F}" destId="{A538F419-E9E6-4DFE-955D-448BDE24C445}" srcOrd="7" destOrd="0" presId="urn:microsoft.com/office/officeart/2005/8/layout/vList5"/>
    <dgm:cxn modelId="{993561B3-6CA5-4EF2-8B5B-327AE157F7FA}" type="presParOf" srcId="{51A7C054-AF34-4B04-880D-56BD02D1293F}" destId="{CBC96325-1479-40EA-A149-2C797386C96E}" srcOrd="8" destOrd="0" presId="urn:microsoft.com/office/officeart/2005/8/layout/vList5"/>
    <dgm:cxn modelId="{AD44025F-7F44-488E-9549-C9BF05BCE3A8}" type="presParOf" srcId="{CBC96325-1479-40EA-A149-2C797386C96E}" destId="{4E485B41-1EBF-4927-BB48-8046DF6CBDA8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548D723-2F63-4051-89F9-C9284AE2A5B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6425008-C954-4734-810D-3C4C36DE800C}">
      <dgm:prSet/>
      <dgm:spPr/>
      <dgm:t>
        <a:bodyPr/>
        <a:lstStyle/>
        <a:p>
          <a:r>
            <a:rPr lang="en-US"/>
            <a:t>Dual-mode architecture (Auto + Manual)</a:t>
          </a:r>
        </a:p>
      </dgm:t>
    </dgm:pt>
    <dgm:pt modelId="{9B825584-23AC-495B-B3E4-98042E80DEF7}" type="parTrans" cxnId="{FC7B701D-ACEE-42C9-8D8A-6D7F5EA32A33}">
      <dgm:prSet/>
      <dgm:spPr/>
      <dgm:t>
        <a:bodyPr/>
        <a:lstStyle/>
        <a:p>
          <a:endParaRPr lang="en-US"/>
        </a:p>
      </dgm:t>
    </dgm:pt>
    <dgm:pt modelId="{D30D946D-37EF-4872-9568-94D7C1A2BDCF}" type="sibTrans" cxnId="{FC7B701D-ACEE-42C9-8D8A-6D7F5EA32A33}">
      <dgm:prSet/>
      <dgm:spPr/>
      <dgm:t>
        <a:bodyPr/>
        <a:lstStyle/>
        <a:p>
          <a:endParaRPr lang="en-US"/>
        </a:p>
      </dgm:t>
    </dgm:pt>
    <dgm:pt modelId="{F93243FE-F5A1-42E5-B436-F7E30DD1C464}">
      <dgm:prSet/>
      <dgm:spPr/>
      <dgm:t>
        <a:bodyPr/>
        <a:lstStyle/>
        <a:p>
          <a:r>
            <a:rPr lang="en-US"/>
            <a:t>Popup-based user interaction for clean UI</a:t>
          </a:r>
        </a:p>
      </dgm:t>
    </dgm:pt>
    <dgm:pt modelId="{5A26968C-87E7-4DF2-838E-8F4ADBC256A1}" type="parTrans" cxnId="{57B97084-0BBB-4AAE-A973-86618998E51B}">
      <dgm:prSet/>
      <dgm:spPr/>
      <dgm:t>
        <a:bodyPr/>
        <a:lstStyle/>
        <a:p>
          <a:endParaRPr lang="en-US"/>
        </a:p>
      </dgm:t>
    </dgm:pt>
    <dgm:pt modelId="{E02483E0-3FD9-4C84-A0A6-B501122C9DC0}" type="sibTrans" cxnId="{57B97084-0BBB-4AAE-A973-86618998E51B}">
      <dgm:prSet/>
      <dgm:spPr/>
      <dgm:t>
        <a:bodyPr/>
        <a:lstStyle/>
        <a:p>
          <a:endParaRPr lang="en-US"/>
        </a:p>
      </dgm:t>
    </dgm:pt>
    <dgm:pt modelId="{FBB171A4-8FBA-4EE4-A7FD-2502B29985BB}">
      <dgm:prSet/>
      <dgm:spPr/>
      <dgm:t>
        <a:bodyPr/>
        <a:lstStyle/>
        <a:p>
          <a:r>
            <a:rPr lang="en-US"/>
            <a:t>Data visualization integrated</a:t>
          </a:r>
        </a:p>
      </dgm:t>
    </dgm:pt>
    <dgm:pt modelId="{2807BD1D-580E-4B2D-869C-810B63B75F27}" type="parTrans" cxnId="{740FB079-EFF1-45D1-BE31-2AF6BDE99E0C}">
      <dgm:prSet/>
      <dgm:spPr/>
      <dgm:t>
        <a:bodyPr/>
        <a:lstStyle/>
        <a:p>
          <a:endParaRPr lang="en-US"/>
        </a:p>
      </dgm:t>
    </dgm:pt>
    <dgm:pt modelId="{178BAB56-B1A7-4C38-A890-87CD274E2ABD}" type="sibTrans" cxnId="{740FB079-EFF1-45D1-BE31-2AF6BDE99E0C}">
      <dgm:prSet/>
      <dgm:spPr/>
      <dgm:t>
        <a:bodyPr/>
        <a:lstStyle/>
        <a:p>
          <a:endParaRPr lang="en-US"/>
        </a:p>
      </dgm:t>
    </dgm:pt>
    <dgm:pt modelId="{EECE0672-FFC0-40E7-904A-0F5E1C15D2BD}">
      <dgm:prSet/>
      <dgm:spPr/>
      <dgm:t>
        <a:bodyPr/>
        <a:lstStyle/>
        <a:p>
          <a:r>
            <a:rPr lang="en-US"/>
            <a:t>PDF export with structured formatting</a:t>
          </a:r>
        </a:p>
      </dgm:t>
    </dgm:pt>
    <dgm:pt modelId="{84451B5A-90CB-419F-8149-10CDF185847F}" type="parTrans" cxnId="{49BB7C34-3345-40B6-8308-582E3126F000}">
      <dgm:prSet/>
      <dgm:spPr/>
      <dgm:t>
        <a:bodyPr/>
        <a:lstStyle/>
        <a:p>
          <a:endParaRPr lang="en-US"/>
        </a:p>
      </dgm:t>
    </dgm:pt>
    <dgm:pt modelId="{BBFE1393-8400-4082-AEB1-48F7CC124266}" type="sibTrans" cxnId="{49BB7C34-3345-40B6-8308-582E3126F000}">
      <dgm:prSet/>
      <dgm:spPr/>
      <dgm:t>
        <a:bodyPr/>
        <a:lstStyle/>
        <a:p>
          <a:endParaRPr lang="en-US"/>
        </a:p>
      </dgm:t>
    </dgm:pt>
    <dgm:pt modelId="{156AA273-A74B-458B-AFD9-E4E43AA8051B}">
      <dgm:prSet/>
      <dgm:spPr/>
      <dgm:t>
        <a:bodyPr/>
        <a:lstStyle/>
        <a:p>
          <a:r>
            <a:rPr lang="en-US"/>
            <a:t>Future-ready design for hardware IoT expansion</a:t>
          </a:r>
        </a:p>
      </dgm:t>
    </dgm:pt>
    <dgm:pt modelId="{88833011-F7F4-4B95-8651-82CD09C93D65}" type="parTrans" cxnId="{2B46B942-FA05-4505-AEFB-D7556643AAEC}">
      <dgm:prSet/>
      <dgm:spPr/>
      <dgm:t>
        <a:bodyPr/>
        <a:lstStyle/>
        <a:p>
          <a:endParaRPr lang="en-US"/>
        </a:p>
      </dgm:t>
    </dgm:pt>
    <dgm:pt modelId="{1C89DE3E-BCCD-4F4D-A873-5257D9B8D933}" type="sibTrans" cxnId="{2B46B942-FA05-4505-AEFB-D7556643AAEC}">
      <dgm:prSet/>
      <dgm:spPr/>
      <dgm:t>
        <a:bodyPr/>
        <a:lstStyle/>
        <a:p>
          <a:endParaRPr lang="en-US"/>
        </a:p>
      </dgm:t>
    </dgm:pt>
    <dgm:pt modelId="{C2C464E8-9FE8-478D-9773-D510593F93B6}" type="pres">
      <dgm:prSet presAssocID="{7548D723-2F63-4051-89F9-C9284AE2A5B0}" presName="root" presStyleCnt="0">
        <dgm:presLayoutVars>
          <dgm:dir/>
          <dgm:resizeHandles val="exact"/>
        </dgm:presLayoutVars>
      </dgm:prSet>
      <dgm:spPr/>
    </dgm:pt>
    <dgm:pt modelId="{88A68707-63AB-4D8C-B913-B8EA5109B4F2}" type="pres">
      <dgm:prSet presAssocID="{56425008-C954-4734-810D-3C4C36DE800C}" presName="compNode" presStyleCnt="0"/>
      <dgm:spPr/>
    </dgm:pt>
    <dgm:pt modelId="{C73670E7-6C6C-41D5-A208-ECF498202A34}" type="pres">
      <dgm:prSet presAssocID="{56425008-C954-4734-810D-3C4C36DE800C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366A815-734A-4C6E-808A-53426CB9ABCF}" type="pres">
      <dgm:prSet presAssocID="{56425008-C954-4734-810D-3C4C36DE800C}" presName="spaceRect" presStyleCnt="0"/>
      <dgm:spPr/>
    </dgm:pt>
    <dgm:pt modelId="{8885EA0D-5616-47A7-B6C4-1BB41E4973D6}" type="pres">
      <dgm:prSet presAssocID="{56425008-C954-4734-810D-3C4C36DE800C}" presName="textRect" presStyleLbl="revTx" presStyleIdx="0" presStyleCnt="5">
        <dgm:presLayoutVars>
          <dgm:chMax val="1"/>
          <dgm:chPref val="1"/>
        </dgm:presLayoutVars>
      </dgm:prSet>
      <dgm:spPr/>
    </dgm:pt>
    <dgm:pt modelId="{61CA4304-D486-44AF-97DE-1B01C9E9A241}" type="pres">
      <dgm:prSet presAssocID="{D30D946D-37EF-4872-9568-94D7C1A2BDCF}" presName="sibTrans" presStyleCnt="0"/>
      <dgm:spPr/>
    </dgm:pt>
    <dgm:pt modelId="{4205FEAE-7A09-4DDB-98B2-B56F780272FA}" type="pres">
      <dgm:prSet presAssocID="{F93243FE-F5A1-42E5-B436-F7E30DD1C464}" presName="compNode" presStyleCnt="0"/>
      <dgm:spPr/>
    </dgm:pt>
    <dgm:pt modelId="{B18AC988-F592-44F7-8D6D-92B53A0840D8}" type="pres">
      <dgm:prSet presAssocID="{F93243FE-F5A1-42E5-B436-F7E30DD1C464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65E192F9-8C73-43E5-A816-38644AD13862}" type="pres">
      <dgm:prSet presAssocID="{F93243FE-F5A1-42E5-B436-F7E30DD1C464}" presName="spaceRect" presStyleCnt="0"/>
      <dgm:spPr/>
    </dgm:pt>
    <dgm:pt modelId="{D64047A9-9FBC-4ED5-840A-566B359E0769}" type="pres">
      <dgm:prSet presAssocID="{F93243FE-F5A1-42E5-B436-F7E30DD1C464}" presName="textRect" presStyleLbl="revTx" presStyleIdx="1" presStyleCnt="5">
        <dgm:presLayoutVars>
          <dgm:chMax val="1"/>
          <dgm:chPref val="1"/>
        </dgm:presLayoutVars>
      </dgm:prSet>
      <dgm:spPr/>
    </dgm:pt>
    <dgm:pt modelId="{83E4046C-2DDB-4BDE-B4C0-C41F5B52C72F}" type="pres">
      <dgm:prSet presAssocID="{E02483E0-3FD9-4C84-A0A6-B501122C9DC0}" presName="sibTrans" presStyleCnt="0"/>
      <dgm:spPr/>
    </dgm:pt>
    <dgm:pt modelId="{5B2C62DE-6AEC-4A32-B622-5642CA120CA1}" type="pres">
      <dgm:prSet presAssocID="{FBB171A4-8FBA-4EE4-A7FD-2502B29985BB}" presName="compNode" presStyleCnt="0"/>
      <dgm:spPr/>
    </dgm:pt>
    <dgm:pt modelId="{B527DB7E-3220-47BE-BA1E-E57421A9C17B}" type="pres">
      <dgm:prSet presAssocID="{FBB171A4-8FBA-4EE4-A7FD-2502B29985BB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3B39AF7-EBC8-41B5-8AF5-33DAE60B9656}" type="pres">
      <dgm:prSet presAssocID="{FBB171A4-8FBA-4EE4-A7FD-2502B29985BB}" presName="spaceRect" presStyleCnt="0"/>
      <dgm:spPr/>
    </dgm:pt>
    <dgm:pt modelId="{6C5B5C31-26AA-4285-A506-2B8F7DD63B06}" type="pres">
      <dgm:prSet presAssocID="{FBB171A4-8FBA-4EE4-A7FD-2502B29985BB}" presName="textRect" presStyleLbl="revTx" presStyleIdx="2" presStyleCnt="5">
        <dgm:presLayoutVars>
          <dgm:chMax val="1"/>
          <dgm:chPref val="1"/>
        </dgm:presLayoutVars>
      </dgm:prSet>
      <dgm:spPr/>
    </dgm:pt>
    <dgm:pt modelId="{83BA2D1F-3AC8-4004-B432-DEAC93BB9381}" type="pres">
      <dgm:prSet presAssocID="{178BAB56-B1A7-4C38-A890-87CD274E2ABD}" presName="sibTrans" presStyleCnt="0"/>
      <dgm:spPr/>
    </dgm:pt>
    <dgm:pt modelId="{6DEDF45F-7242-429D-97EC-09D943FC3841}" type="pres">
      <dgm:prSet presAssocID="{EECE0672-FFC0-40E7-904A-0F5E1C15D2BD}" presName="compNode" presStyleCnt="0"/>
      <dgm:spPr/>
    </dgm:pt>
    <dgm:pt modelId="{150CB369-518E-4DE3-AB04-C79A359B835A}" type="pres">
      <dgm:prSet presAssocID="{EECE0672-FFC0-40E7-904A-0F5E1C15D2BD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6988688D-6A65-45D2-A173-F77950BA8768}" type="pres">
      <dgm:prSet presAssocID="{EECE0672-FFC0-40E7-904A-0F5E1C15D2BD}" presName="spaceRect" presStyleCnt="0"/>
      <dgm:spPr/>
    </dgm:pt>
    <dgm:pt modelId="{97061755-A536-493A-A5B9-AD26A934EDC2}" type="pres">
      <dgm:prSet presAssocID="{EECE0672-FFC0-40E7-904A-0F5E1C15D2BD}" presName="textRect" presStyleLbl="revTx" presStyleIdx="3" presStyleCnt="5">
        <dgm:presLayoutVars>
          <dgm:chMax val="1"/>
          <dgm:chPref val="1"/>
        </dgm:presLayoutVars>
      </dgm:prSet>
      <dgm:spPr/>
    </dgm:pt>
    <dgm:pt modelId="{1A0ACA2C-9D96-485C-89F0-E5E5D5ABC004}" type="pres">
      <dgm:prSet presAssocID="{BBFE1393-8400-4082-AEB1-48F7CC124266}" presName="sibTrans" presStyleCnt="0"/>
      <dgm:spPr/>
    </dgm:pt>
    <dgm:pt modelId="{395341CD-A0E3-4923-B774-18F7C7FA6617}" type="pres">
      <dgm:prSet presAssocID="{156AA273-A74B-458B-AFD9-E4E43AA8051B}" presName="compNode" presStyleCnt="0"/>
      <dgm:spPr/>
    </dgm:pt>
    <dgm:pt modelId="{DC507DBF-87E3-43E4-89B5-CBAA77273295}" type="pres">
      <dgm:prSet presAssocID="{156AA273-A74B-458B-AFD9-E4E43AA8051B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59C50BD0-B575-4FE4-94B7-0D8982AB9B86}" type="pres">
      <dgm:prSet presAssocID="{156AA273-A74B-458B-AFD9-E4E43AA8051B}" presName="spaceRect" presStyleCnt="0"/>
      <dgm:spPr/>
    </dgm:pt>
    <dgm:pt modelId="{F9FD000F-5D76-4A3B-A700-E0401D5ACBFE}" type="pres">
      <dgm:prSet presAssocID="{156AA273-A74B-458B-AFD9-E4E43AA8051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11A1208-4EFA-4CFB-9D4F-A65CF73DDCCE}" type="presOf" srcId="{56425008-C954-4734-810D-3C4C36DE800C}" destId="{8885EA0D-5616-47A7-B6C4-1BB41E4973D6}" srcOrd="0" destOrd="0" presId="urn:microsoft.com/office/officeart/2018/2/layout/IconLabelList"/>
    <dgm:cxn modelId="{75FC620C-6390-42D8-808C-916E2D6CB98D}" type="presOf" srcId="{7548D723-2F63-4051-89F9-C9284AE2A5B0}" destId="{C2C464E8-9FE8-478D-9773-D510593F93B6}" srcOrd="0" destOrd="0" presId="urn:microsoft.com/office/officeart/2018/2/layout/IconLabelList"/>
    <dgm:cxn modelId="{FC7B701D-ACEE-42C9-8D8A-6D7F5EA32A33}" srcId="{7548D723-2F63-4051-89F9-C9284AE2A5B0}" destId="{56425008-C954-4734-810D-3C4C36DE800C}" srcOrd="0" destOrd="0" parTransId="{9B825584-23AC-495B-B3E4-98042E80DEF7}" sibTransId="{D30D946D-37EF-4872-9568-94D7C1A2BDCF}"/>
    <dgm:cxn modelId="{49BB7C34-3345-40B6-8308-582E3126F000}" srcId="{7548D723-2F63-4051-89F9-C9284AE2A5B0}" destId="{EECE0672-FFC0-40E7-904A-0F5E1C15D2BD}" srcOrd="3" destOrd="0" parTransId="{84451B5A-90CB-419F-8149-10CDF185847F}" sibTransId="{BBFE1393-8400-4082-AEB1-48F7CC124266}"/>
    <dgm:cxn modelId="{2B46B942-FA05-4505-AEFB-D7556643AAEC}" srcId="{7548D723-2F63-4051-89F9-C9284AE2A5B0}" destId="{156AA273-A74B-458B-AFD9-E4E43AA8051B}" srcOrd="4" destOrd="0" parTransId="{88833011-F7F4-4B95-8651-82CD09C93D65}" sibTransId="{1C89DE3E-BCCD-4F4D-A873-5257D9B8D933}"/>
    <dgm:cxn modelId="{41914573-8C34-4B3E-A449-64298ACC74D8}" type="presOf" srcId="{FBB171A4-8FBA-4EE4-A7FD-2502B29985BB}" destId="{6C5B5C31-26AA-4285-A506-2B8F7DD63B06}" srcOrd="0" destOrd="0" presId="urn:microsoft.com/office/officeart/2018/2/layout/IconLabelList"/>
    <dgm:cxn modelId="{E1D8CC56-C4A0-4F4B-B086-25291FF1EFAB}" type="presOf" srcId="{156AA273-A74B-458B-AFD9-E4E43AA8051B}" destId="{F9FD000F-5D76-4A3B-A700-E0401D5ACBFE}" srcOrd="0" destOrd="0" presId="urn:microsoft.com/office/officeart/2018/2/layout/IconLabelList"/>
    <dgm:cxn modelId="{740FB079-EFF1-45D1-BE31-2AF6BDE99E0C}" srcId="{7548D723-2F63-4051-89F9-C9284AE2A5B0}" destId="{FBB171A4-8FBA-4EE4-A7FD-2502B29985BB}" srcOrd="2" destOrd="0" parTransId="{2807BD1D-580E-4B2D-869C-810B63B75F27}" sibTransId="{178BAB56-B1A7-4C38-A890-87CD274E2ABD}"/>
    <dgm:cxn modelId="{57B97084-0BBB-4AAE-A973-86618998E51B}" srcId="{7548D723-2F63-4051-89F9-C9284AE2A5B0}" destId="{F93243FE-F5A1-42E5-B436-F7E30DD1C464}" srcOrd="1" destOrd="0" parTransId="{5A26968C-87E7-4DF2-838E-8F4ADBC256A1}" sibTransId="{E02483E0-3FD9-4C84-A0A6-B501122C9DC0}"/>
    <dgm:cxn modelId="{9424EE9A-110E-4418-ACE6-F6AE4016CBA8}" type="presOf" srcId="{EECE0672-FFC0-40E7-904A-0F5E1C15D2BD}" destId="{97061755-A536-493A-A5B9-AD26A934EDC2}" srcOrd="0" destOrd="0" presId="urn:microsoft.com/office/officeart/2018/2/layout/IconLabelList"/>
    <dgm:cxn modelId="{8269A8CF-B988-45FF-8931-5F2EA7901CAA}" type="presOf" srcId="{F93243FE-F5A1-42E5-B436-F7E30DD1C464}" destId="{D64047A9-9FBC-4ED5-840A-566B359E0769}" srcOrd="0" destOrd="0" presId="urn:microsoft.com/office/officeart/2018/2/layout/IconLabelList"/>
    <dgm:cxn modelId="{FD8D2E23-194D-4801-8445-07B926282E0B}" type="presParOf" srcId="{C2C464E8-9FE8-478D-9773-D510593F93B6}" destId="{88A68707-63AB-4D8C-B913-B8EA5109B4F2}" srcOrd="0" destOrd="0" presId="urn:microsoft.com/office/officeart/2018/2/layout/IconLabelList"/>
    <dgm:cxn modelId="{6235615C-57FF-4C83-8BD2-8464067D3EC4}" type="presParOf" srcId="{88A68707-63AB-4D8C-B913-B8EA5109B4F2}" destId="{C73670E7-6C6C-41D5-A208-ECF498202A34}" srcOrd="0" destOrd="0" presId="urn:microsoft.com/office/officeart/2018/2/layout/IconLabelList"/>
    <dgm:cxn modelId="{490EA5E1-5C0B-4A6F-97D2-3B3931A9F0D2}" type="presParOf" srcId="{88A68707-63AB-4D8C-B913-B8EA5109B4F2}" destId="{4366A815-734A-4C6E-808A-53426CB9ABCF}" srcOrd="1" destOrd="0" presId="urn:microsoft.com/office/officeart/2018/2/layout/IconLabelList"/>
    <dgm:cxn modelId="{82DB990E-C529-4904-970F-0E4E631A8A6B}" type="presParOf" srcId="{88A68707-63AB-4D8C-B913-B8EA5109B4F2}" destId="{8885EA0D-5616-47A7-B6C4-1BB41E4973D6}" srcOrd="2" destOrd="0" presId="urn:microsoft.com/office/officeart/2018/2/layout/IconLabelList"/>
    <dgm:cxn modelId="{3168F58A-AEE7-44A2-BBF8-7566F3187547}" type="presParOf" srcId="{C2C464E8-9FE8-478D-9773-D510593F93B6}" destId="{61CA4304-D486-44AF-97DE-1B01C9E9A241}" srcOrd="1" destOrd="0" presId="urn:microsoft.com/office/officeart/2018/2/layout/IconLabelList"/>
    <dgm:cxn modelId="{B42BCFB2-188B-4B43-A404-7AB958AAA520}" type="presParOf" srcId="{C2C464E8-9FE8-478D-9773-D510593F93B6}" destId="{4205FEAE-7A09-4DDB-98B2-B56F780272FA}" srcOrd="2" destOrd="0" presId="urn:microsoft.com/office/officeart/2018/2/layout/IconLabelList"/>
    <dgm:cxn modelId="{DB67B263-7C42-4C60-B5B8-76ADF55506D9}" type="presParOf" srcId="{4205FEAE-7A09-4DDB-98B2-B56F780272FA}" destId="{B18AC988-F592-44F7-8D6D-92B53A0840D8}" srcOrd="0" destOrd="0" presId="urn:microsoft.com/office/officeart/2018/2/layout/IconLabelList"/>
    <dgm:cxn modelId="{81070726-55B4-46E8-B032-7FDF875D6C1B}" type="presParOf" srcId="{4205FEAE-7A09-4DDB-98B2-B56F780272FA}" destId="{65E192F9-8C73-43E5-A816-38644AD13862}" srcOrd="1" destOrd="0" presId="urn:microsoft.com/office/officeart/2018/2/layout/IconLabelList"/>
    <dgm:cxn modelId="{0C0F64A9-617B-43FB-A4D0-8F3D24925872}" type="presParOf" srcId="{4205FEAE-7A09-4DDB-98B2-B56F780272FA}" destId="{D64047A9-9FBC-4ED5-840A-566B359E0769}" srcOrd="2" destOrd="0" presId="urn:microsoft.com/office/officeart/2018/2/layout/IconLabelList"/>
    <dgm:cxn modelId="{0211DC6B-6752-4DF9-8F50-C60243CC93EE}" type="presParOf" srcId="{C2C464E8-9FE8-478D-9773-D510593F93B6}" destId="{83E4046C-2DDB-4BDE-B4C0-C41F5B52C72F}" srcOrd="3" destOrd="0" presId="urn:microsoft.com/office/officeart/2018/2/layout/IconLabelList"/>
    <dgm:cxn modelId="{9A3231B0-1995-4963-B9AC-10012E6F2EF4}" type="presParOf" srcId="{C2C464E8-9FE8-478D-9773-D510593F93B6}" destId="{5B2C62DE-6AEC-4A32-B622-5642CA120CA1}" srcOrd="4" destOrd="0" presId="urn:microsoft.com/office/officeart/2018/2/layout/IconLabelList"/>
    <dgm:cxn modelId="{1080ACDD-8245-4EB8-9273-746C91831F82}" type="presParOf" srcId="{5B2C62DE-6AEC-4A32-B622-5642CA120CA1}" destId="{B527DB7E-3220-47BE-BA1E-E57421A9C17B}" srcOrd="0" destOrd="0" presId="urn:microsoft.com/office/officeart/2018/2/layout/IconLabelList"/>
    <dgm:cxn modelId="{BB34006A-2576-4E23-9908-8B02F5577650}" type="presParOf" srcId="{5B2C62DE-6AEC-4A32-B622-5642CA120CA1}" destId="{73B39AF7-EBC8-41B5-8AF5-33DAE60B9656}" srcOrd="1" destOrd="0" presId="urn:microsoft.com/office/officeart/2018/2/layout/IconLabelList"/>
    <dgm:cxn modelId="{326D8C20-A7E8-4017-91DC-E6A58E9B824C}" type="presParOf" srcId="{5B2C62DE-6AEC-4A32-B622-5642CA120CA1}" destId="{6C5B5C31-26AA-4285-A506-2B8F7DD63B06}" srcOrd="2" destOrd="0" presId="urn:microsoft.com/office/officeart/2018/2/layout/IconLabelList"/>
    <dgm:cxn modelId="{F78204D3-047E-463E-9EB9-2F6217966A90}" type="presParOf" srcId="{C2C464E8-9FE8-478D-9773-D510593F93B6}" destId="{83BA2D1F-3AC8-4004-B432-DEAC93BB9381}" srcOrd="5" destOrd="0" presId="urn:microsoft.com/office/officeart/2018/2/layout/IconLabelList"/>
    <dgm:cxn modelId="{36591A50-D91C-4B66-8178-DB90C1944E68}" type="presParOf" srcId="{C2C464E8-9FE8-478D-9773-D510593F93B6}" destId="{6DEDF45F-7242-429D-97EC-09D943FC3841}" srcOrd="6" destOrd="0" presId="urn:microsoft.com/office/officeart/2018/2/layout/IconLabelList"/>
    <dgm:cxn modelId="{3087DFAD-E742-4CFC-AC2F-8E0D3EADE997}" type="presParOf" srcId="{6DEDF45F-7242-429D-97EC-09D943FC3841}" destId="{150CB369-518E-4DE3-AB04-C79A359B835A}" srcOrd="0" destOrd="0" presId="urn:microsoft.com/office/officeart/2018/2/layout/IconLabelList"/>
    <dgm:cxn modelId="{CD20537B-38A5-4305-8E75-9B8DD083C5B5}" type="presParOf" srcId="{6DEDF45F-7242-429D-97EC-09D943FC3841}" destId="{6988688D-6A65-45D2-A173-F77950BA8768}" srcOrd="1" destOrd="0" presId="urn:microsoft.com/office/officeart/2018/2/layout/IconLabelList"/>
    <dgm:cxn modelId="{3FCF72BA-293B-4CA8-BB08-15D5F830E1BD}" type="presParOf" srcId="{6DEDF45F-7242-429D-97EC-09D943FC3841}" destId="{97061755-A536-493A-A5B9-AD26A934EDC2}" srcOrd="2" destOrd="0" presId="urn:microsoft.com/office/officeart/2018/2/layout/IconLabelList"/>
    <dgm:cxn modelId="{37F059B0-4942-446E-8FC7-1ED7F5A84821}" type="presParOf" srcId="{C2C464E8-9FE8-478D-9773-D510593F93B6}" destId="{1A0ACA2C-9D96-485C-89F0-E5E5D5ABC004}" srcOrd="7" destOrd="0" presId="urn:microsoft.com/office/officeart/2018/2/layout/IconLabelList"/>
    <dgm:cxn modelId="{B7ABC1C9-AFD7-468D-AAA9-6BB182E3A8D8}" type="presParOf" srcId="{C2C464E8-9FE8-478D-9773-D510593F93B6}" destId="{395341CD-A0E3-4923-B774-18F7C7FA6617}" srcOrd="8" destOrd="0" presId="urn:microsoft.com/office/officeart/2018/2/layout/IconLabelList"/>
    <dgm:cxn modelId="{94D60EBE-1AE4-4837-9670-0837DEB54C8B}" type="presParOf" srcId="{395341CD-A0E3-4923-B774-18F7C7FA6617}" destId="{DC507DBF-87E3-43E4-89B5-CBAA77273295}" srcOrd="0" destOrd="0" presId="urn:microsoft.com/office/officeart/2018/2/layout/IconLabelList"/>
    <dgm:cxn modelId="{2B311B97-FD0E-48B2-8833-43BBF29D8924}" type="presParOf" srcId="{395341CD-A0E3-4923-B774-18F7C7FA6617}" destId="{59C50BD0-B575-4FE4-94B7-0D8982AB9B86}" srcOrd="1" destOrd="0" presId="urn:microsoft.com/office/officeart/2018/2/layout/IconLabelList"/>
    <dgm:cxn modelId="{2C317A6B-5DE8-4032-9387-04F0C6A914FE}" type="presParOf" srcId="{395341CD-A0E3-4923-B774-18F7C7FA6617}" destId="{F9FD000F-5D76-4A3B-A700-E0401D5ACBF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269E9E-56E2-495F-BA22-61D2D5A5DE2F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0A6C5B-B1CE-41A3-8C01-5CF380EC9553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Rainwater is often wasted due to lack of proper collection and monitoring systems.</a:t>
          </a:r>
        </a:p>
      </dsp:txBody>
      <dsp:txXfrm>
        <a:off x="378614" y="886531"/>
        <a:ext cx="2810360" cy="1744948"/>
      </dsp:txXfrm>
    </dsp:sp>
    <dsp:sp modelId="{9C7C8D63-3588-4AA3-86ED-2C569CE422F4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F2FC50-1504-42D4-8F34-4FC95829C3C1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Traditional systems lack intelligence, real-time feedback, and automation.</a:t>
          </a:r>
        </a:p>
      </dsp:txBody>
      <dsp:txXfrm>
        <a:off x="3946203" y="886531"/>
        <a:ext cx="2810360" cy="1744948"/>
      </dsp:txXfrm>
    </dsp:sp>
    <dsp:sp modelId="{5EF06758-40CB-4518-9174-15714DC2A6A1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0FC4E1-6B77-4B7D-AD6D-18BE570DD717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Need for a smart, scalable, and automated water management system for sustainability.</a:t>
          </a:r>
        </a:p>
      </dsp:txBody>
      <dsp:txXfrm>
        <a:off x="7513791" y="886531"/>
        <a:ext cx="2810360" cy="17449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281E35-DA0A-4A99-829E-DD626E41EF39}">
      <dsp:nvSpPr>
        <dsp:cNvPr id="0" name=""/>
        <dsp:cNvSpPr/>
      </dsp:nvSpPr>
      <dsp:spPr>
        <a:xfrm>
          <a:off x="1733118" y="746628"/>
          <a:ext cx="1382440" cy="72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A37603-63E7-41D4-B6A2-627B20D3B0A2}">
      <dsp:nvSpPr>
        <dsp:cNvPr id="0" name=""/>
        <dsp:cNvSpPr/>
      </dsp:nvSpPr>
      <dsp:spPr>
        <a:xfrm>
          <a:off x="3198505" y="630539"/>
          <a:ext cx="158980" cy="298607"/>
        </a:xfrm>
        <a:prstGeom prst="chevron">
          <a:avLst>
            <a:gd name="adj" fmla="val 90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223851-062F-43D3-88D6-0098EA9593D3}">
      <dsp:nvSpPr>
        <dsp:cNvPr id="0" name=""/>
        <dsp:cNvSpPr/>
      </dsp:nvSpPr>
      <dsp:spPr>
        <a:xfrm>
          <a:off x="813795" y="146"/>
          <a:ext cx="1493035" cy="149303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938" tIns="57938" rIns="57938" bIns="57938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kern="1200"/>
            <a:t>1</a:t>
          </a:r>
        </a:p>
      </dsp:txBody>
      <dsp:txXfrm>
        <a:off x="1032445" y="218796"/>
        <a:ext cx="1055735" cy="1055735"/>
      </dsp:txXfrm>
    </dsp:sp>
    <dsp:sp modelId="{EA12A910-3490-4C65-A95C-4723E2DFEFF7}">
      <dsp:nvSpPr>
        <dsp:cNvPr id="0" name=""/>
        <dsp:cNvSpPr/>
      </dsp:nvSpPr>
      <dsp:spPr>
        <a:xfrm>
          <a:off x="5067" y="1658928"/>
          <a:ext cx="3110491" cy="1550973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5359" tIns="165100" rIns="245359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Design a </a:t>
          </a:r>
          <a:r>
            <a:rPr lang="en-US" sz="1100" b="1" kern="1200"/>
            <a:t>Python-based application</a:t>
          </a:r>
          <a:r>
            <a:rPr lang="en-US" sz="1100" kern="1200"/>
            <a:t> that simulates a real-time rainwater harvesting and management system.</a:t>
          </a:r>
        </a:p>
      </dsp:txBody>
      <dsp:txXfrm>
        <a:off x="5067" y="1969123"/>
        <a:ext cx="3110491" cy="1240778"/>
      </dsp:txXfrm>
    </dsp:sp>
    <dsp:sp modelId="{3C1295AD-C4F5-4AE6-9B34-453302B546DF}">
      <dsp:nvSpPr>
        <dsp:cNvPr id="0" name=""/>
        <dsp:cNvSpPr/>
      </dsp:nvSpPr>
      <dsp:spPr>
        <a:xfrm>
          <a:off x="3461169" y="746628"/>
          <a:ext cx="3110491" cy="72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0BB206-FB94-43BC-947C-52959F4AD84C}">
      <dsp:nvSpPr>
        <dsp:cNvPr id="0" name=""/>
        <dsp:cNvSpPr/>
      </dsp:nvSpPr>
      <dsp:spPr>
        <a:xfrm>
          <a:off x="6654607" y="630539"/>
          <a:ext cx="158980" cy="298607"/>
        </a:xfrm>
        <a:prstGeom prst="chevron">
          <a:avLst>
            <a:gd name="adj" fmla="val 90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028561-167B-4AED-A5DA-E13C9716C896}">
      <dsp:nvSpPr>
        <dsp:cNvPr id="0" name=""/>
        <dsp:cNvSpPr/>
      </dsp:nvSpPr>
      <dsp:spPr>
        <a:xfrm>
          <a:off x="4269896" y="146"/>
          <a:ext cx="1493035" cy="149303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938" tIns="57938" rIns="57938" bIns="57938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kern="1200"/>
            <a:t>2</a:t>
          </a:r>
        </a:p>
      </dsp:txBody>
      <dsp:txXfrm>
        <a:off x="4488546" y="218796"/>
        <a:ext cx="1055735" cy="1055735"/>
      </dsp:txXfrm>
    </dsp:sp>
    <dsp:sp modelId="{E63465A4-1AE1-4C1C-89E4-317A0BF75FEE}">
      <dsp:nvSpPr>
        <dsp:cNvPr id="0" name=""/>
        <dsp:cNvSpPr/>
      </dsp:nvSpPr>
      <dsp:spPr>
        <a:xfrm>
          <a:off x="3461169" y="1658928"/>
          <a:ext cx="3110491" cy="1550973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5359" tIns="165100" rIns="245359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Enable </a:t>
          </a:r>
          <a:r>
            <a:rPr lang="en-US" sz="1100" b="1" kern="1200"/>
            <a:t>monitoring, automation, and decision-making</a:t>
          </a:r>
          <a:r>
            <a:rPr lang="en-US" sz="1100" kern="1200"/>
            <a:t> based on simulated or manual environmental data.</a:t>
          </a:r>
        </a:p>
      </dsp:txBody>
      <dsp:txXfrm>
        <a:off x="3461169" y="1969123"/>
        <a:ext cx="3110491" cy="1240778"/>
      </dsp:txXfrm>
    </dsp:sp>
    <dsp:sp modelId="{C090DE9E-978B-4398-80D0-47A5760287E6}">
      <dsp:nvSpPr>
        <dsp:cNvPr id="0" name=""/>
        <dsp:cNvSpPr/>
      </dsp:nvSpPr>
      <dsp:spPr>
        <a:xfrm>
          <a:off x="6917270" y="746628"/>
          <a:ext cx="1555245" cy="72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CD8207-1250-434B-8CF9-86C6A53DA123}">
      <dsp:nvSpPr>
        <dsp:cNvPr id="0" name=""/>
        <dsp:cNvSpPr/>
      </dsp:nvSpPr>
      <dsp:spPr>
        <a:xfrm>
          <a:off x="7725852" y="0"/>
          <a:ext cx="1493328" cy="149332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949" tIns="57949" rIns="57949" bIns="57949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kern="1200"/>
            <a:t>3</a:t>
          </a:r>
        </a:p>
      </dsp:txBody>
      <dsp:txXfrm>
        <a:off x="7944545" y="218693"/>
        <a:ext cx="1055942" cy="1055942"/>
      </dsp:txXfrm>
    </dsp:sp>
    <dsp:sp modelId="{FD8629E7-CF38-42C4-A779-CDA958B64DB3}">
      <dsp:nvSpPr>
        <dsp:cNvPr id="0" name=""/>
        <dsp:cNvSpPr/>
      </dsp:nvSpPr>
      <dsp:spPr>
        <a:xfrm>
          <a:off x="6917270" y="1658928"/>
          <a:ext cx="3110491" cy="1550973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5359" tIns="165100" rIns="245359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Generate </a:t>
          </a:r>
          <a:r>
            <a:rPr lang="en-US" sz="1100" b="1" kern="1200"/>
            <a:t>graphical reports</a:t>
          </a:r>
          <a:r>
            <a:rPr lang="en-US" sz="1100" kern="1200"/>
            <a:t> and summaries in a professional format.</a:t>
          </a:r>
        </a:p>
      </dsp:txBody>
      <dsp:txXfrm>
        <a:off x="6917270" y="1969123"/>
        <a:ext cx="3110491" cy="12407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426A0C-FAEC-4671-B8E4-DE2F4A361C50}">
      <dsp:nvSpPr>
        <dsp:cNvPr id="0" name=""/>
        <dsp:cNvSpPr/>
      </dsp:nvSpPr>
      <dsp:spPr>
        <a:xfrm>
          <a:off x="3364992" y="1912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Smart Homes and Buildings</a:t>
          </a:r>
        </a:p>
      </dsp:txBody>
      <dsp:txXfrm>
        <a:off x="3405805" y="42725"/>
        <a:ext cx="3703990" cy="754434"/>
      </dsp:txXfrm>
    </dsp:sp>
    <dsp:sp modelId="{AE260B1E-9469-43C2-9D1B-65D66451FA6C}">
      <dsp:nvSpPr>
        <dsp:cNvPr id="0" name=""/>
        <dsp:cNvSpPr/>
      </dsp:nvSpPr>
      <dsp:spPr>
        <a:xfrm>
          <a:off x="3364992" y="879775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Agricultural Irrigation Systems</a:t>
          </a:r>
        </a:p>
      </dsp:txBody>
      <dsp:txXfrm>
        <a:off x="3405805" y="920588"/>
        <a:ext cx="3703990" cy="754434"/>
      </dsp:txXfrm>
    </dsp:sp>
    <dsp:sp modelId="{F3B3D536-AC0D-4318-A3CD-AD840E584BCD}">
      <dsp:nvSpPr>
        <dsp:cNvPr id="0" name=""/>
        <dsp:cNvSpPr/>
      </dsp:nvSpPr>
      <dsp:spPr>
        <a:xfrm>
          <a:off x="3364992" y="1757638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Urban Water Management</a:t>
          </a:r>
        </a:p>
      </dsp:txBody>
      <dsp:txXfrm>
        <a:off x="3405805" y="1798451"/>
        <a:ext cx="3703990" cy="754434"/>
      </dsp:txXfrm>
    </dsp:sp>
    <dsp:sp modelId="{322555E6-334D-4A95-B0B2-C729D22D8C2E}">
      <dsp:nvSpPr>
        <dsp:cNvPr id="0" name=""/>
        <dsp:cNvSpPr/>
      </dsp:nvSpPr>
      <dsp:spPr>
        <a:xfrm>
          <a:off x="3364992" y="2635502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Educational Labs for Environmental &amp; Civil Engineering</a:t>
          </a:r>
        </a:p>
      </dsp:txBody>
      <dsp:txXfrm>
        <a:off x="3405805" y="2676315"/>
        <a:ext cx="3703990" cy="754434"/>
      </dsp:txXfrm>
    </dsp:sp>
    <dsp:sp modelId="{4E485B41-1EBF-4927-BB48-8046DF6CBDA8}">
      <dsp:nvSpPr>
        <dsp:cNvPr id="0" name=""/>
        <dsp:cNvSpPr/>
      </dsp:nvSpPr>
      <dsp:spPr>
        <a:xfrm>
          <a:off x="3364992" y="3513365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Smart Cities and Municipal Infrastructures</a:t>
          </a:r>
        </a:p>
      </dsp:txBody>
      <dsp:txXfrm>
        <a:off x="3405805" y="3554178"/>
        <a:ext cx="3703990" cy="7544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3670E7-6C6C-41D5-A208-ECF498202A34}">
      <dsp:nvSpPr>
        <dsp:cNvPr id="0" name=""/>
        <dsp:cNvSpPr/>
      </dsp:nvSpPr>
      <dsp:spPr>
        <a:xfrm>
          <a:off x="554220" y="704909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85EA0D-5616-47A7-B6C4-1BB41E4973D6}">
      <dsp:nvSpPr>
        <dsp:cNvPr id="0" name=""/>
        <dsp:cNvSpPr/>
      </dsp:nvSpPr>
      <dsp:spPr>
        <a:xfrm>
          <a:off x="59220" y="178499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Dual-mode architecture (Auto + Manual)</a:t>
          </a:r>
        </a:p>
      </dsp:txBody>
      <dsp:txXfrm>
        <a:off x="59220" y="1784992"/>
        <a:ext cx="1800000" cy="720000"/>
      </dsp:txXfrm>
    </dsp:sp>
    <dsp:sp modelId="{B18AC988-F592-44F7-8D6D-92B53A0840D8}">
      <dsp:nvSpPr>
        <dsp:cNvPr id="0" name=""/>
        <dsp:cNvSpPr/>
      </dsp:nvSpPr>
      <dsp:spPr>
        <a:xfrm>
          <a:off x="2669220" y="704909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4047A9-9FBC-4ED5-840A-566B359E0769}">
      <dsp:nvSpPr>
        <dsp:cNvPr id="0" name=""/>
        <dsp:cNvSpPr/>
      </dsp:nvSpPr>
      <dsp:spPr>
        <a:xfrm>
          <a:off x="2174220" y="178499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Popup-based user interaction for clean UI</a:t>
          </a:r>
        </a:p>
      </dsp:txBody>
      <dsp:txXfrm>
        <a:off x="2174220" y="1784992"/>
        <a:ext cx="1800000" cy="720000"/>
      </dsp:txXfrm>
    </dsp:sp>
    <dsp:sp modelId="{B527DB7E-3220-47BE-BA1E-E57421A9C17B}">
      <dsp:nvSpPr>
        <dsp:cNvPr id="0" name=""/>
        <dsp:cNvSpPr/>
      </dsp:nvSpPr>
      <dsp:spPr>
        <a:xfrm>
          <a:off x="4784220" y="704909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5B5C31-26AA-4285-A506-2B8F7DD63B06}">
      <dsp:nvSpPr>
        <dsp:cNvPr id="0" name=""/>
        <dsp:cNvSpPr/>
      </dsp:nvSpPr>
      <dsp:spPr>
        <a:xfrm>
          <a:off x="4289220" y="178499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Data visualization integrated</a:t>
          </a:r>
        </a:p>
      </dsp:txBody>
      <dsp:txXfrm>
        <a:off x="4289220" y="1784992"/>
        <a:ext cx="1800000" cy="720000"/>
      </dsp:txXfrm>
    </dsp:sp>
    <dsp:sp modelId="{150CB369-518E-4DE3-AB04-C79A359B835A}">
      <dsp:nvSpPr>
        <dsp:cNvPr id="0" name=""/>
        <dsp:cNvSpPr/>
      </dsp:nvSpPr>
      <dsp:spPr>
        <a:xfrm>
          <a:off x="6899220" y="704909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061755-A536-493A-A5B9-AD26A934EDC2}">
      <dsp:nvSpPr>
        <dsp:cNvPr id="0" name=""/>
        <dsp:cNvSpPr/>
      </dsp:nvSpPr>
      <dsp:spPr>
        <a:xfrm>
          <a:off x="6404220" y="178499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PDF export with structured formatting</a:t>
          </a:r>
        </a:p>
      </dsp:txBody>
      <dsp:txXfrm>
        <a:off x="6404220" y="1784992"/>
        <a:ext cx="1800000" cy="720000"/>
      </dsp:txXfrm>
    </dsp:sp>
    <dsp:sp modelId="{DC507DBF-87E3-43E4-89B5-CBAA77273295}">
      <dsp:nvSpPr>
        <dsp:cNvPr id="0" name=""/>
        <dsp:cNvSpPr/>
      </dsp:nvSpPr>
      <dsp:spPr>
        <a:xfrm>
          <a:off x="9014220" y="704909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FD000F-5D76-4A3B-A700-E0401D5ACBFE}">
      <dsp:nvSpPr>
        <dsp:cNvPr id="0" name=""/>
        <dsp:cNvSpPr/>
      </dsp:nvSpPr>
      <dsp:spPr>
        <a:xfrm>
          <a:off x="8519220" y="178499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Future-ready design for hardware IoT expansion</a:t>
          </a:r>
        </a:p>
      </dsp:txBody>
      <dsp:txXfrm>
        <a:off x="8519220" y="178499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8A95209C-5275-4E15-8EA7-7F42980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-up of raindrops falling off an umbrella">
            <a:extLst>
              <a:ext uri="{FF2B5EF4-FFF2-40B4-BE49-F238E27FC236}">
                <a16:creationId xmlns:a16="http://schemas.microsoft.com/office/drawing/2014/main" id="{0DC4EA81-476D-EF44-5E3E-1F57C582DF4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7808" r="-1" b="7901"/>
          <a:stretch/>
        </p:blipFill>
        <p:spPr>
          <a:xfrm>
            <a:off x="20" y="10"/>
            <a:ext cx="12188931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7048" y="1124712"/>
            <a:ext cx="9144000" cy="3063240"/>
          </a:xfrm>
        </p:spPr>
        <p:txBody>
          <a:bodyPr>
            <a:normAutofit/>
          </a:bodyPr>
          <a:lstStyle/>
          <a:p>
            <a:r>
              <a:rPr lang="en-US" sz="6100">
                <a:solidFill>
                  <a:schemeClr val="bg1"/>
                </a:solidFill>
                <a:ea typeface="+mj-lt"/>
                <a:cs typeface="+mj-lt"/>
              </a:rPr>
              <a:t>Smart Rainwater Harvesting and Management System (SRHMS)</a:t>
            </a:r>
            <a:endParaRPr lang="en-US" sz="610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2275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Project By: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Sarang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Deore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College: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NICMAR University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Guide: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Dr. Vijaya Desai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Course: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Introduction to Python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28" name="sketchy line">
            <a:extLst>
              <a:ext uri="{FF2B5EF4-FFF2-40B4-BE49-F238E27FC236}">
                <a16:creationId xmlns:a16="http://schemas.microsoft.com/office/drawing/2014/main" id="{DEF0EFD6-A3C2-4C94-A80A-BA9709D99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sketchy box">
            <a:extLst>
              <a:ext uri="{FF2B5EF4-FFF2-40B4-BE49-F238E27FC236}">
                <a16:creationId xmlns:a16="http://schemas.microsoft.com/office/drawing/2014/main" id="{4F2ED431-E304-4FF0-9F4E-032783C9D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sX0" fmla="*/ 0 w 10515600"/>
              <a:gd name="csY0" fmla="*/ 0 h 5416094"/>
              <a:gd name="csX1" fmla="*/ 552069 w 10515600"/>
              <a:gd name="csY1" fmla="*/ 0 h 5416094"/>
              <a:gd name="csX2" fmla="*/ 893826 w 10515600"/>
              <a:gd name="csY2" fmla="*/ 0 h 5416094"/>
              <a:gd name="csX3" fmla="*/ 1761363 w 10515600"/>
              <a:gd name="csY3" fmla="*/ 0 h 5416094"/>
              <a:gd name="csX4" fmla="*/ 2313432 w 10515600"/>
              <a:gd name="csY4" fmla="*/ 0 h 5416094"/>
              <a:gd name="csX5" fmla="*/ 2865501 w 10515600"/>
              <a:gd name="csY5" fmla="*/ 0 h 5416094"/>
              <a:gd name="csX6" fmla="*/ 3733038 w 10515600"/>
              <a:gd name="csY6" fmla="*/ 0 h 5416094"/>
              <a:gd name="csX7" fmla="*/ 4179951 w 10515600"/>
              <a:gd name="csY7" fmla="*/ 0 h 5416094"/>
              <a:gd name="csX8" fmla="*/ 5047488 w 10515600"/>
              <a:gd name="csY8" fmla="*/ 0 h 5416094"/>
              <a:gd name="csX9" fmla="*/ 5915025 w 10515600"/>
              <a:gd name="csY9" fmla="*/ 0 h 5416094"/>
              <a:gd name="csX10" fmla="*/ 6572250 w 10515600"/>
              <a:gd name="csY10" fmla="*/ 0 h 5416094"/>
              <a:gd name="csX11" fmla="*/ 7439787 w 10515600"/>
              <a:gd name="csY11" fmla="*/ 0 h 5416094"/>
              <a:gd name="csX12" fmla="*/ 7991856 w 10515600"/>
              <a:gd name="csY12" fmla="*/ 0 h 5416094"/>
              <a:gd name="csX13" fmla="*/ 8543925 w 10515600"/>
              <a:gd name="csY13" fmla="*/ 0 h 5416094"/>
              <a:gd name="csX14" fmla="*/ 9306306 w 10515600"/>
              <a:gd name="csY14" fmla="*/ 0 h 5416094"/>
              <a:gd name="csX15" fmla="*/ 9858375 w 10515600"/>
              <a:gd name="csY15" fmla="*/ 0 h 5416094"/>
              <a:gd name="csX16" fmla="*/ 10515600 w 10515600"/>
              <a:gd name="csY16" fmla="*/ 0 h 5416094"/>
              <a:gd name="csX17" fmla="*/ 10515600 w 10515600"/>
              <a:gd name="csY17" fmla="*/ 785334 h 5416094"/>
              <a:gd name="csX18" fmla="*/ 10515600 w 10515600"/>
              <a:gd name="csY18" fmla="*/ 1516506 h 5416094"/>
              <a:gd name="csX19" fmla="*/ 10515600 w 10515600"/>
              <a:gd name="csY19" fmla="*/ 2247679 h 5416094"/>
              <a:gd name="csX20" fmla="*/ 10515600 w 10515600"/>
              <a:gd name="csY20" fmla="*/ 2762208 h 5416094"/>
              <a:gd name="csX21" fmla="*/ 10515600 w 10515600"/>
              <a:gd name="csY21" fmla="*/ 3330898 h 5416094"/>
              <a:gd name="csX22" fmla="*/ 10515600 w 10515600"/>
              <a:gd name="csY22" fmla="*/ 4062071 h 5416094"/>
              <a:gd name="csX23" fmla="*/ 10515600 w 10515600"/>
              <a:gd name="csY23" fmla="*/ 4684921 h 5416094"/>
              <a:gd name="csX24" fmla="*/ 10515600 w 10515600"/>
              <a:gd name="csY24" fmla="*/ 5416094 h 5416094"/>
              <a:gd name="csX25" fmla="*/ 9753219 w 10515600"/>
              <a:gd name="csY25" fmla="*/ 5416094 h 5416094"/>
              <a:gd name="csX26" fmla="*/ 9411462 w 10515600"/>
              <a:gd name="csY26" fmla="*/ 5416094 h 5416094"/>
              <a:gd name="csX27" fmla="*/ 8754237 w 10515600"/>
              <a:gd name="csY27" fmla="*/ 5416094 h 5416094"/>
              <a:gd name="csX28" fmla="*/ 8307324 w 10515600"/>
              <a:gd name="csY28" fmla="*/ 5416094 h 5416094"/>
              <a:gd name="csX29" fmla="*/ 7544943 w 10515600"/>
              <a:gd name="csY29" fmla="*/ 5416094 h 5416094"/>
              <a:gd name="csX30" fmla="*/ 7098030 w 10515600"/>
              <a:gd name="csY30" fmla="*/ 5416094 h 5416094"/>
              <a:gd name="csX31" fmla="*/ 6335649 w 10515600"/>
              <a:gd name="csY31" fmla="*/ 5416094 h 5416094"/>
              <a:gd name="csX32" fmla="*/ 5993892 w 10515600"/>
              <a:gd name="csY32" fmla="*/ 5416094 h 5416094"/>
              <a:gd name="csX33" fmla="*/ 5231511 w 10515600"/>
              <a:gd name="csY33" fmla="*/ 5416094 h 5416094"/>
              <a:gd name="csX34" fmla="*/ 4784598 w 10515600"/>
              <a:gd name="csY34" fmla="*/ 5416094 h 5416094"/>
              <a:gd name="csX35" fmla="*/ 4442841 w 10515600"/>
              <a:gd name="csY35" fmla="*/ 5416094 h 5416094"/>
              <a:gd name="csX36" fmla="*/ 3995928 w 10515600"/>
              <a:gd name="csY36" fmla="*/ 5416094 h 5416094"/>
              <a:gd name="csX37" fmla="*/ 3233547 w 10515600"/>
              <a:gd name="csY37" fmla="*/ 5416094 h 5416094"/>
              <a:gd name="csX38" fmla="*/ 2786634 w 10515600"/>
              <a:gd name="csY38" fmla="*/ 5416094 h 5416094"/>
              <a:gd name="csX39" fmla="*/ 2444877 w 10515600"/>
              <a:gd name="csY39" fmla="*/ 5416094 h 5416094"/>
              <a:gd name="csX40" fmla="*/ 1997964 w 10515600"/>
              <a:gd name="csY40" fmla="*/ 5416094 h 5416094"/>
              <a:gd name="csX41" fmla="*/ 1445895 w 10515600"/>
              <a:gd name="csY41" fmla="*/ 5416094 h 5416094"/>
              <a:gd name="csX42" fmla="*/ 788670 w 10515600"/>
              <a:gd name="csY42" fmla="*/ 5416094 h 5416094"/>
              <a:gd name="csX43" fmla="*/ 0 w 10515600"/>
              <a:gd name="csY43" fmla="*/ 5416094 h 5416094"/>
              <a:gd name="csX44" fmla="*/ 0 w 10515600"/>
              <a:gd name="csY44" fmla="*/ 4630760 h 5416094"/>
              <a:gd name="csX45" fmla="*/ 0 w 10515600"/>
              <a:gd name="csY45" fmla="*/ 3953749 h 5416094"/>
              <a:gd name="csX46" fmla="*/ 0 w 10515600"/>
              <a:gd name="csY46" fmla="*/ 3276737 h 5416094"/>
              <a:gd name="csX47" fmla="*/ 0 w 10515600"/>
              <a:gd name="csY47" fmla="*/ 2599725 h 5416094"/>
              <a:gd name="csX48" fmla="*/ 0 w 10515600"/>
              <a:gd name="csY48" fmla="*/ 1922713 h 5416094"/>
              <a:gd name="csX49" fmla="*/ 0 w 10515600"/>
              <a:gd name="csY49" fmla="*/ 1299863 h 5416094"/>
              <a:gd name="csX50" fmla="*/ 0 w 10515600"/>
              <a:gd name="csY50" fmla="*/ 0 h 5416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83D3DB-D647-82BF-4458-C12DA0C48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5400" b="1" dirty="0">
                <a:ea typeface="+mj-lt"/>
                <a:cs typeface="+mj-lt"/>
              </a:rPr>
              <a:t>What is the Need?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82C4594-C6BA-A7DF-6901-F7E40DECB8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9157927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5349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BDD1C0-FEDC-9C05-FD11-14246BF13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5400" b="1" u="sng" dirty="0"/>
              <a:t>Objective of the Project</a:t>
            </a:r>
            <a:endParaRPr lang="en-US" sz="5400" u="sng" dirty="0"/>
          </a:p>
          <a:p>
            <a:pPr marL="285750" indent="-285750">
              <a:buFont typeface="Arial"/>
              <a:buChar char="•"/>
            </a:pPr>
            <a:endParaRPr lang="en-US" sz="4800"/>
          </a:p>
          <a:p>
            <a:endParaRPr lang="en-US" sz="48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E1EB960-17B4-4273-338B-060C38777B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8767988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4777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EA2EC0-CEC3-6C93-D68D-961471C6B39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3278" r="9085" b="-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17C09-2870-7CD7-7575-72045D2B5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u="sng" dirty="0">
                <a:ea typeface="+mj-lt"/>
                <a:cs typeface="+mj-lt"/>
              </a:rPr>
              <a:t>Applications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1CCC29-7A9A-EFFE-F5C1-DA9A6281A4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108383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0661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B85E7-B8D7-BF34-B0BD-958C039CE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u="sng" dirty="0">
                <a:ea typeface="+mj-lt"/>
                <a:cs typeface="+mj-lt"/>
              </a:rPr>
              <a:t>Flowchart</a:t>
            </a:r>
            <a:endParaRPr lang="en-US" b="1" u="sng" dirty="0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103C4E1-C372-0C39-D466-3E7B3EE7F2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6182" y="1717070"/>
            <a:ext cx="10158008" cy="3573973"/>
          </a:xfrm>
        </p:spPr>
      </p:pic>
    </p:spTree>
    <p:extLst>
      <p:ext uri="{BB962C8B-B14F-4D97-AF65-F5344CB8AC3E}">
        <p14:creationId xmlns:p14="http://schemas.microsoft.com/office/powerpoint/2010/main" val="1324930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9DE190-6857-2B7D-3BEB-FF0B482AE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 b="1" u="sng">
                <a:ea typeface="+mj-lt"/>
                <a:cs typeface="+mj-lt"/>
              </a:rPr>
              <a:t>Key Features</a:t>
            </a:r>
            <a:endParaRPr lang="en-US" sz="4000" b="1" u="s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822D7-21B6-0B9F-A5AF-774C4B178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>
                <a:ea typeface="+mn-lt"/>
                <a:cs typeface="+mn-lt"/>
              </a:rPr>
              <a:t>Auto and Manual Input Modes</a:t>
            </a:r>
            <a:endParaRPr lang="en-US" sz="2000"/>
          </a:p>
          <a:p>
            <a:r>
              <a:rPr lang="en-US" sz="2000" b="1">
                <a:ea typeface="+mn-lt"/>
                <a:cs typeface="+mn-lt"/>
              </a:rPr>
              <a:t>Real-Time Data Simulation</a:t>
            </a:r>
            <a:r>
              <a:rPr lang="en-US" sz="2000">
                <a:ea typeface="+mn-lt"/>
                <a:cs typeface="+mn-lt"/>
              </a:rPr>
              <a:t> (Rainfall, Tank Level, Soil Moisture)</a:t>
            </a:r>
            <a:endParaRPr lang="en-US" sz="2000"/>
          </a:p>
          <a:p>
            <a:r>
              <a:rPr lang="en-US" sz="2000" b="1">
                <a:ea typeface="+mn-lt"/>
                <a:cs typeface="+mn-lt"/>
              </a:rPr>
              <a:t>Graphical Visualization of Data</a:t>
            </a:r>
            <a:endParaRPr lang="en-US" sz="2000"/>
          </a:p>
          <a:p>
            <a:r>
              <a:rPr lang="en-US" sz="2000" b="1">
                <a:ea typeface="+mn-lt"/>
                <a:cs typeface="+mn-lt"/>
              </a:rPr>
              <a:t>Popup Interface for Data Entry</a:t>
            </a:r>
            <a:endParaRPr lang="en-US" sz="2000"/>
          </a:p>
          <a:p>
            <a:r>
              <a:rPr lang="en-US" sz="2000" b="1">
                <a:ea typeface="+mn-lt"/>
                <a:cs typeface="+mn-lt"/>
              </a:rPr>
              <a:t>Dark Mode and UI Themes</a:t>
            </a:r>
            <a:endParaRPr lang="en-US" sz="2000"/>
          </a:p>
          <a:p>
            <a:r>
              <a:rPr lang="en-US" sz="2000" b="1">
                <a:ea typeface="+mn-lt"/>
                <a:cs typeface="+mn-lt"/>
              </a:rPr>
              <a:t>PDF Report Export Function</a:t>
            </a:r>
            <a:endParaRPr lang="en-US" sz="2000"/>
          </a:p>
          <a:p>
            <a:endParaRPr lang="en-US" sz="2000"/>
          </a:p>
        </p:txBody>
      </p: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4E6B7B91-CDFF-F6C3-C669-5659365007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479" r="26982" b="-6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04311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55B4EA-4554-068B-E305-A22BBA2AC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 b="1" u="sng" dirty="0">
                <a:ea typeface="+mj-lt"/>
                <a:cs typeface="+mj-lt"/>
              </a:rPr>
              <a:t>Libraries Used</a:t>
            </a:r>
            <a:endParaRPr lang="en-US" sz="5400" b="1" u="sng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7492C-EAA8-06A8-552F-B9F9F8ABB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>
                <a:latin typeface="Consolas"/>
              </a:rPr>
              <a:t>tkinter</a:t>
            </a:r>
            <a:r>
              <a:rPr lang="en-US" sz="2400">
                <a:ea typeface="+mn-lt"/>
                <a:cs typeface="+mn-lt"/>
              </a:rPr>
              <a:t> – GUI and Popup Management</a:t>
            </a:r>
            <a:endParaRPr lang="en-US" sz="2400"/>
          </a:p>
          <a:p>
            <a:r>
              <a:rPr lang="en-US" sz="2400">
                <a:latin typeface="Consolas"/>
              </a:rPr>
              <a:t>matplotlib</a:t>
            </a:r>
            <a:r>
              <a:rPr lang="en-US" sz="2400">
                <a:ea typeface="+mn-lt"/>
                <a:cs typeface="+mn-lt"/>
              </a:rPr>
              <a:t> – Graph Plotting</a:t>
            </a:r>
            <a:endParaRPr lang="en-US" sz="2400"/>
          </a:p>
          <a:p>
            <a:r>
              <a:rPr lang="en-US" sz="2400">
                <a:latin typeface="Consolas"/>
              </a:rPr>
              <a:t>threading</a:t>
            </a:r>
            <a:r>
              <a:rPr lang="en-US" sz="2400">
                <a:ea typeface="+mn-lt"/>
                <a:cs typeface="+mn-lt"/>
              </a:rPr>
              <a:t> – Background Auto Updates</a:t>
            </a:r>
            <a:endParaRPr lang="en-US" sz="2400"/>
          </a:p>
          <a:p>
            <a:r>
              <a:rPr lang="en-US" sz="2400">
                <a:latin typeface="Consolas"/>
              </a:rPr>
              <a:t>random</a:t>
            </a:r>
            <a:r>
              <a:rPr lang="en-US" sz="2400">
                <a:ea typeface="+mn-lt"/>
                <a:cs typeface="+mn-lt"/>
              </a:rPr>
              <a:t> – Sensor Data Simulation</a:t>
            </a:r>
            <a:endParaRPr lang="en-US" sz="2400"/>
          </a:p>
          <a:p>
            <a:r>
              <a:rPr lang="en-US" sz="2400">
                <a:latin typeface="Consolas"/>
              </a:rPr>
              <a:t>fpdf</a:t>
            </a:r>
            <a:r>
              <a:rPr lang="en-US" sz="2400">
                <a:ea typeface="+mn-lt"/>
                <a:cs typeface="+mn-lt"/>
              </a:rPr>
              <a:t> – PDF Report Generation</a:t>
            </a:r>
            <a:endParaRPr lang="en-US" sz="2400"/>
          </a:p>
          <a:p>
            <a:r>
              <a:rPr lang="en-US" sz="2400">
                <a:latin typeface="Consolas"/>
              </a:rPr>
              <a:t>time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>
                <a:latin typeface="Consolas"/>
              </a:rPr>
              <a:t>filedialog</a:t>
            </a:r>
            <a:r>
              <a:rPr lang="en-US" sz="2400">
                <a:ea typeface="+mn-lt"/>
                <a:cs typeface="+mn-lt"/>
              </a:rPr>
              <a:t>, etc. – Utilities</a:t>
            </a:r>
            <a:endParaRPr lang="en-US" sz="2400"/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543007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AF6359-DE07-3208-0A14-1C4ECD436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5400" b="1" u="sng" dirty="0">
                <a:ea typeface="+mj-lt"/>
                <a:cs typeface="+mj-lt"/>
              </a:rPr>
              <a:t>Input and Output</a:t>
            </a:r>
            <a:endParaRPr lang="en-US" sz="54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45716-E564-EB5B-0A05-980A73963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200" b="1">
                <a:ea typeface="+mn-lt"/>
                <a:cs typeface="+mn-lt"/>
              </a:rPr>
              <a:t>Input Sources:</a:t>
            </a:r>
            <a:endParaRPr lang="en-US" sz="2200"/>
          </a:p>
          <a:p>
            <a:pPr marL="0" indent="0">
              <a:buNone/>
            </a:pPr>
            <a:r>
              <a:rPr lang="en-US" sz="2200" b="1">
                <a:ea typeface="+mn-lt"/>
                <a:cs typeface="+mn-lt"/>
              </a:rPr>
              <a:t>   </a:t>
            </a:r>
            <a:r>
              <a:rPr lang="en-US" sz="2200">
                <a:ea typeface="+mn-lt"/>
                <a:cs typeface="+mn-lt"/>
              </a:rPr>
              <a:t>Auto Mode</a:t>
            </a:r>
            <a:r>
              <a:rPr lang="en-US" sz="2200" b="1">
                <a:ea typeface="+mn-lt"/>
                <a:cs typeface="+mn-lt"/>
              </a:rPr>
              <a:t>:</a:t>
            </a:r>
            <a:r>
              <a:rPr lang="en-US" sz="2200">
                <a:ea typeface="+mn-lt"/>
                <a:cs typeface="+mn-lt"/>
              </a:rPr>
              <a:t> Simulated sensor values updated every 30 seconds</a:t>
            </a:r>
            <a:endParaRPr lang="en-US" sz="2200"/>
          </a:p>
          <a:p>
            <a:pPr marL="0" indent="0">
              <a:buNone/>
            </a:pPr>
            <a:r>
              <a:rPr lang="en-US" sz="2200" b="1">
                <a:ea typeface="+mn-lt"/>
                <a:cs typeface="+mn-lt"/>
              </a:rPr>
              <a:t>   </a:t>
            </a:r>
            <a:r>
              <a:rPr lang="en-US" sz="2200">
                <a:ea typeface="+mn-lt"/>
                <a:cs typeface="+mn-lt"/>
              </a:rPr>
              <a:t>Manual Mode</a:t>
            </a:r>
            <a:r>
              <a:rPr lang="en-US" sz="2200" b="1">
                <a:ea typeface="+mn-lt"/>
                <a:cs typeface="+mn-lt"/>
              </a:rPr>
              <a:t>:</a:t>
            </a:r>
            <a:r>
              <a:rPr lang="en-US" sz="2200">
                <a:ea typeface="+mn-lt"/>
                <a:cs typeface="+mn-lt"/>
              </a:rPr>
              <a:t> Up to 10 user entries via popup interface</a:t>
            </a:r>
            <a:endParaRPr lang="en-US" sz="2200"/>
          </a:p>
          <a:p>
            <a:r>
              <a:rPr lang="en-US" sz="2200" b="1">
                <a:ea typeface="+mn-lt"/>
                <a:cs typeface="+mn-lt"/>
              </a:rPr>
              <a:t>Outputs: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Real-time graphs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Data table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PDF report of current session</a:t>
            </a:r>
            <a:endParaRPr lang="en-US" sz="2200"/>
          </a:p>
          <a:p>
            <a:endParaRPr lang="en-US" sz="22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450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372599-ECA1-1171-2389-2E50546D2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Innovations &amp; Originality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47EED5F-18EC-4B72-D64E-D39DB9468D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1722403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5475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D73A9-C127-1F21-B5A0-A40E01D5C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OUTPUT</a:t>
            </a:r>
          </a:p>
        </p:txBody>
      </p:sp>
      <p:pic>
        <p:nvPicPr>
          <p:cNvPr id="4" name="Content Placeholder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F166403-C42C-B0B0-DCDD-A2FFDBD01D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1230" y="1825625"/>
            <a:ext cx="7029539" cy="4351338"/>
          </a:xfrm>
        </p:spPr>
      </p:pic>
    </p:spTree>
    <p:extLst>
      <p:ext uri="{BB962C8B-B14F-4D97-AF65-F5344CB8AC3E}">
        <p14:creationId xmlns:p14="http://schemas.microsoft.com/office/powerpoint/2010/main" val="3404733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1D9A02-018B-3BC9-993E-35463F596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84683"/>
            <a:ext cx="9144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THANK YOU</a:t>
            </a:r>
            <a:r>
              <a:rPr lang="en-US" sz="6600" kern="1200">
                <a:latin typeface="+mj-lt"/>
                <a:ea typeface="+mj-ea"/>
                <a:cs typeface="+mj-cs"/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654256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Smart Rainwater Harvesting and Management System (SRHMS)</vt:lpstr>
      <vt:lpstr>What is the Need?</vt:lpstr>
      <vt:lpstr>Objective of the Project  </vt:lpstr>
      <vt:lpstr>Applications</vt:lpstr>
      <vt:lpstr>Flowchart</vt:lpstr>
      <vt:lpstr>Key Features</vt:lpstr>
      <vt:lpstr>Libraries Used</vt:lpstr>
      <vt:lpstr>Input and Output</vt:lpstr>
      <vt:lpstr>Innovations &amp; Originality</vt:lpstr>
      <vt:lpstr>OUTPUT</vt:lpstr>
      <vt:lpstr>THANK YOU!!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64</cp:revision>
  <dcterms:created xsi:type="dcterms:W3CDTF">2025-05-09T08:00:40Z</dcterms:created>
  <dcterms:modified xsi:type="dcterms:W3CDTF">2026-03-28T14:39:15Z</dcterms:modified>
</cp:coreProperties>
</file>