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24" r:id="rId1"/>
  </p:sldMasterIdLst>
  <p:sldIdLst>
    <p:sldId id="256" r:id="rId2"/>
    <p:sldId id="257" r:id="rId3"/>
    <p:sldId id="258" r:id="rId4"/>
    <p:sldId id="259" r:id="rId5"/>
    <p:sldId id="267" r:id="rId6"/>
    <p:sldId id="268" r:id="rId7"/>
    <p:sldId id="260" r:id="rId8"/>
    <p:sldId id="261" r:id="rId9"/>
    <p:sldId id="262" r:id="rId10"/>
    <p:sldId id="265" r:id="rId11"/>
    <p:sldId id="266" r:id="rId12"/>
    <p:sldId id="264" r:id="rId1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DFF213DF-2157-95F1-F009-52CA9D7547BE}" v="825" dt="2024-11-21T18:25:06.515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8EC20E35-A176-4012-BC5E-935CFFF8708E}" styleName="Medium Style 3">
    <a:wholeTbl>
      <a:tcTxStyle>
        <a:fontRef idx="minor"/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9D7B26C5-4107-4FEC-AEDC-1716B250A1EF}" styleName="Light Styl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9972" autoAdjust="0"/>
    <p:restoredTop sz="94660"/>
  </p:normalViewPr>
  <p:slideViewPr>
    <p:cSldViewPr snapToGrid="0">
      <p:cViewPr varScale="1">
        <p:scale>
          <a:sx n="86" d="100"/>
          <a:sy n="86" d="100"/>
        </p:scale>
        <p:origin x="96" y="88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microsoft.com/office/2015/10/relationships/revisionInfo" Target="revisionInfo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0_3">
  <dgm:title val=""/>
  <dgm:desc val=""/>
  <dgm:catLst>
    <dgm:cat type="mainScheme" pri="10300"/>
  </dgm:catLst>
  <dgm:styleLbl name="node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lignNode1">
    <dgm:fillClrLst meth="repeat">
      <a:schemeClr val="dk2"/>
    </dgm:fillClrLst>
    <dgm:linClrLst meth="repeat">
      <a:schemeClr val="dk2"/>
    </dgm:linClrLst>
    <dgm:effectClrLst/>
    <dgm:txLinClrLst/>
    <dgm:txFillClrLst/>
    <dgm:txEffectClrLst/>
  </dgm:styleLbl>
  <dgm:styleLbl name="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ln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vennNode1">
    <dgm:fillClrLst meth="repeat">
      <a:schemeClr val="dk2">
        <a:alpha val="50000"/>
      </a:schemeClr>
    </dgm:fillClrLst>
    <dgm:linClrLst meth="repeat">
      <a:schemeClr val="lt2"/>
    </dgm:linClrLst>
    <dgm:effectClrLst/>
    <dgm:txLinClrLst/>
    <dgm:txFillClrLst/>
    <dgm:txEffectClrLst/>
  </dgm:styleLbl>
  <dgm:styleLbl name="node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fgImgPlace1">
    <dgm:fillClrLst meth="repeat">
      <a:schemeClr val="dk2">
        <a:tint val="50000"/>
      </a:schemeClr>
    </dgm:fillClrLst>
    <dgm:linClrLst meth="repeat">
      <a:schemeClr val="lt2"/>
    </dgm:linClrLst>
    <dgm:effectClrLst/>
    <dgm:txLinClrLst/>
    <dgm:txFillClrLst meth="repeat">
      <a:schemeClr val="lt2"/>
    </dgm:txFillClrLst>
    <dgm:txEffectClrLst/>
  </dgm:styleLbl>
  <dgm:styleLbl name="align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bg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callout">
    <dgm:fillClrLst meth="repeat">
      <a:schemeClr val="dk2"/>
    </dgm:fillClrLst>
    <dgm:linClrLst meth="repeat">
      <a:schemeClr val="dk2">
        <a:tint val="50000"/>
      </a:schemeClr>
    </dgm:linClrLst>
    <dgm:effectClrLst/>
    <dgm:txLinClrLst/>
    <dgm:txFillClrLst meth="repeat">
      <a:schemeClr val="lt2"/>
    </dgm:txFillClrLst>
    <dgm:txEffectClrLst/>
  </dgm:styleLbl>
  <dgm:styleLbl name="asst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parCh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 meth="repeat">
      <a:schemeClr val="lt2"/>
    </dgm:txFillClrLst>
    <dgm:txEffectClrLst/>
  </dgm:styleLbl>
  <dgm:styleLbl name="parChTrans2D2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3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4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1D1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2">
        <a:alpha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dk2">
        <a:tint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2">
        <a:shade val="8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dk2">
        <a:tint val="50000"/>
        <a:alpha val="4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dk2">
        <a:tint val="60000"/>
      </a:schemeClr>
    </dgm:fillClrLst>
    <dgm:linClrLst meth="repeat">
      <a:schemeClr val="lt2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2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DE4BF969-CA98-491A-BA9E-93ACB470A5B6}" type="doc">
      <dgm:prSet loTypeId="urn:microsoft.com/office/officeart/2008/layout/LinedList" loCatId="list" qsTypeId="urn:microsoft.com/office/officeart/2005/8/quickstyle/simple1" qsCatId="simple" csTypeId="urn:microsoft.com/office/officeart/2005/8/colors/accent0_3" csCatId="mainScheme"/>
      <dgm:spPr/>
      <dgm:t>
        <a:bodyPr/>
        <a:lstStyle/>
        <a:p>
          <a:endParaRPr lang="en-US"/>
        </a:p>
      </dgm:t>
    </dgm:pt>
    <dgm:pt modelId="{24A34F09-2F62-4A2D-B086-D86219F7B7F4}">
      <dgm:prSet/>
      <dgm:spPr/>
      <dgm:t>
        <a:bodyPr/>
        <a:lstStyle/>
        <a:p>
          <a:r>
            <a:rPr lang="en-US" dirty="0"/>
            <a:t>Introduction</a:t>
          </a:r>
        </a:p>
      </dgm:t>
    </dgm:pt>
    <dgm:pt modelId="{3CDC72AB-AD05-4A7E-8F21-703189059648}" type="parTrans" cxnId="{737552FD-D365-46B7-95BF-FD8238EE48C7}">
      <dgm:prSet/>
      <dgm:spPr/>
      <dgm:t>
        <a:bodyPr/>
        <a:lstStyle/>
        <a:p>
          <a:endParaRPr lang="en-US"/>
        </a:p>
      </dgm:t>
    </dgm:pt>
    <dgm:pt modelId="{F1FA8755-05FD-42B1-A163-88D5C226AB63}" type="sibTrans" cxnId="{737552FD-D365-46B7-95BF-FD8238EE48C7}">
      <dgm:prSet/>
      <dgm:spPr/>
      <dgm:t>
        <a:bodyPr/>
        <a:lstStyle/>
        <a:p>
          <a:endParaRPr lang="en-US"/>
        </a:p>
      </dgm:t>
    </dgm:pt>
    <dgm:pt modelId="{ED2B483E-DA2B-4988-8685-CDF95A551BF6}">
      <dgm:prSet/>
      <dgm:spPr/>
      <dgm:t>
        <a:bodyPr/>
        <a:lstStyle/>
        <a:p>
          <a:r>
            <a:rPr lang="en-US" dirty="0"/>
            <a:t>Mix Design</a:t>
          </a:r>
        </a:p>
      </dgm:t>
    </dgm:pt>
    <dgm:pt modelId="{1A5289ED-2D8C-4AF8-8ED8-FE34D230B24D}" type="parTrans" cxnId="{1D96CCC5-01AA-4580-B17C-840898E1774B}">
      <dgm:prSet/>
      <dgm:spPr/>
      <dgm:t>
        <a:bodyPr/>
        <a:lstStyle/>
        <a:p>
          <a:endParaRPr lang="en-US"/>
        </a:p>
      </dgm:t>
    </dgm:pt>
    <dgm:pt modelId="{4162B8C5-4011-4B07-B641-EE200FD61643}" type="sibTrans" cxnId="{1D96CCC5-01AA-4580-B17C-840898E1774B}">
      <dgm:prSet/>
      <dgm:spPr/>
      <dgm:t>
        <a:bodyPr/>
        <a:lstStyle/>
        <a:p>
          <a:endParaRPr lang="en-US"/>
        </a:p>
      </dgm:t>
    </dgm:pt>
    <dgm:pt modelId="{595B712A-D28C-49B3-9F7D-B735F498152C}">
      <dgm:prSet/>
      <dgm:spPr/>
      <dgm:t>
        <a:bodyPr/>
        <a:lstStyle/>
        <a:p>
          <a:r>
            <a:rPr lang="en-US" dirty="0"/>
            <a:t>Preparation Process</a:t>
          </a:r>
        </a:p>
      </dgm:t>
    </dgm:pt>
    <dgm:pt modelId="{31325DC3-E64D-48CC-A5BB-9843CE6E49C9}" type="parTrans" cxnId="{06F007C5-88B7-456F-A08B-DAA7C5F07E79}">
      <dgm:prSet/>
      <dgm:spPr/>
      <dgm:t>
        <a:bodyPr/>
        <a:lstStyle/>
        <a:p>
          <a:endParaRPr lang="en-US"/>
        </a:p>
      </dgm:t>
    </dgm:pt>
    <dgm:pt modelId="{CDA08E73-1007-4C00-91A7-3967C21BAB80}" type="sibTrans" cxnId="{06F007C5-88B7-456F-A08B-DAA7C5F07E79}">
      <dgm:prSet/>
      <dgm:spPr/>
      <dgm:t>
        <a:bodyPr/>
        <a:lstStyle/>
        <a:p>
          <a:endParaRPr lang="en-US"/>
        </a:p>
      </dgm:t>
    </dgm:pt>
    <dgm:pt modelId="{93A0DCE2-F3B8-49C3-A4B0-43E650002D6A}">
      <dgm:prSet phldr="0"/>
      <dgm:spPr/>
      <dgm:t>
        <a:bodyPr/>
        <a:lstStyle/>
        <a:p>
          <a:r>
            <a:rPr lang="en-US" dirty="0">
              <a:latin typeface="Grandview"/>
            </a:rPr>
            <a:t>Curing</a:t>
          </a:r>
          <a:endParaRPr lang="en-US" dirty="0"/>
        </a:p>
      </dgm:t>
    </dgm:pt>
    <dgm:pt modelId="{B4F05D12-B172-4C1A-B659-3AC04404B772}" type="parTrans" cxnId="{F326D121-4C5D-448E-8D94-CDACFF750536}">
      <dgm:prSet/>
      <dgm:spPr/>
      <dgm:t>
        <a:bodyPr/>
        <a:lstStyle/>
        <a:p>
          <a:endParaRPr lang="en-US"/>
        </a:p>
      </dgm:t>
    </dgm:pt>
    <dgm:pt modelId="{E76C125C-163F-4EB7-A4EB-828294AD2224}" type="sibTrans" cxnId="{F326D121-4C5D-448E-8D94-CDACFF750536}">
      <dgm:prSet/>
      <dgm:spPr/>
      <dgm:t>
        <a:bodyPr/>
        <a:lstStyle/>
        <a:p>
          <a:endParaRPr lang="en-US"/>
        </a:p>
      </dgm:t>
    </dgm:pt>
    <dgm:pt modelId="{49450D3E-619B-4267-AB30-8CCA2068086B}">
      <dgm:prSet/>
      <dgm:spPr/>
      <dgm:t>
        <a:bodyPr/>
        <a:lstStyle/>
        <a:p>
          <a:r>
            <a:rPr lang="en-US" dirty="0"/>
            <a:t>Applications</a:t>
          </a:r>
        </a:p>
      </dgm:t>
    </dgm:pt>
    <dgm:pt modelId="{04E44E3D-522B-46A9-AC99-F5FF60C375A7}" type="parTrans" cxnId="{AA14E744-D93C-472E-A5EF-F0DE3F76E870}">
      <dgm:prSet/>
      <dgm:spPr/>
      <dgm:t>
        <a:bodyPr/>
        <a:lstStyle/>
        <a:p>
          <a:endParaRPr lang="en-US"/>
        </a:p>
      </dgm:t>
    </dgm:pt>
    <dgm:pt modelId="{E8BF1033-004E-400F-8739-075793D7AD90}" type="sibTrans" cxnId="{AA14E744-D93C-472E-A5EF-F0DE3F76E870}">
      <dgm:prSet/>
      <dgm:spPr/>
      <dgm:t>
        <a:bodyPr/>
        <a:lstStyle/>
        <a:p>
          <a:endParaRPr lang="en-US"/>
        </a:p>
      </dgm:t>
    </dgm:pt>
    <dgm:pt modelId="{6D69B068-EF61-4EE3-AAF4-B40BCB7FDE65}">
      <dgm:prSet/>
      <dgm:spPr/>
      <dgm:t>
        <a:bodyPr/>
        <a:lstStyle/>
        <a:p>
          <a:r>
            <a:rPr lang="en-US" dirty="0"/>
            <a:t>Testing of Hydrophobic Concrete</a:t>
          </a:r>
        </a:p>
      </dgm:t>
    </dgm:pt>
    <dgm:pt modelId="{BA1B3368-BD13-4910-90C0-633487183616}" type="parTrans" cxnId="{D1B2CD1D-0F69-41E5-9509-A809222628F2}">
      <dgm:prSet/>
      <dgm:spPr/>
      <dgm:t>
        <a:bodyPr/>
        <a:lstStyle/>
        <a:p>
          <a:endParaRPr lang="en-US"/>
        </a:p>
      </dgm:t>
    </dgm:pt>
    <dgm:pt modelId="{491FB268-F1BA-44CA-9ACB-95971F0ABC5F}" type="sibTrans" cxnId="{D1B2CD1D-0F69-41E5-9509-A809222628F2}">
      <dgm:prSet/>
      <dgm:spPr/>
      <dgm:t>
        <a:bodyPr/>
        <a:lstStyle/>
        <a:p>
          <a:endParaRPr lang="en-US"/>
        </a:p>
      </dgm:t>
    </dgm:pt>
    <dgm:pt modelId="{432C6210-029A-4578-93FC-3380F0BDDB56}">
      <dgm:prSet/>
      <dgm:spPr/>
      <dgm:t>
        <a:bodyPr/>
        <a:lstStyle/>
        <a:p>
          <a:r>
            <a:rPr lang="en-US" dirty="0"/>
            <a:t>Conclusion</a:t>
          </a:r>
        </a:p>
      </dgm:t>
    </dgm:pt>
    <dgm:pt modelId="{64998116-771D-49C5-9961-88332875AA98}" type="parTrans" cxnId="{4456D822-85C3-485A-A070-6C0A3422CDB0}">
      <dgm:prSet/>
      <dgm:spPr/>
      <dgm:t>
        <a:bodyPr/>
        <a:lstStyle/>
        <a:p>
          <a:endParaRPr lang="en-US"/>
        </a:p>
      </dgm:t>
    </dgm:pt>
    <dgm:pt modelId="{0CB34F2B-BB0E-4385-8F7B-65436F849CC0}" type="sibTrans" cxnId="{4456D822-85C3-485A-A070-6C0A3422CDB0}">
      <dgm:prSet/>
      <dgm:spPr/>
      <dgm:t>
        <a:bodyPr/>
        <a:lstStyle/>
        <a:p>
          <a:endParaRPr lang="en-US"/>
        </a:p>
      </dgm:t>
    </dgm:pt>
    <dgm:pt modelId="{0093A360-6199-4260-904A-E13F1B9BA840}" type="pres">
      <dgm:prSet presAssocID="{DE4BF969-CA98-491A-BA9E-93ACB470A5B6}" presName="vert0" presStyleCnt="0">
        <dgm:presLayoutVars>
          <dgm:dir/>
          <dgm:animOne val="branch"/>
          <dgm:animLvl val="lvl"/>
        </dgm:presLayoutVars>
      </dgm:prSet>
      <dgm:spPr/>
    </dgm:pt>
    <dgm:pt modelId="{8451823A-07BB-4ACC-8AC1-8E2D66ADD720}" type="pres">
      <dgm:prSet presAssocID="{24A34F09-2F62-4A2D-B086-D86219F7B7F4}" presName="thickLine" presStyleLbl="alignNode1" presStyleIdx="0" presStyleCnt="7"/>
      <dgm:spPr/>
    </dgm:pt>
    <dgm:pt modelId="{CA52101C-6E98-4058-9ACF-34D93E1631FD}" type="pres">
      <dgm:prSet presAssocID="{24A34F09-2F62-4A2D-B086-D86219F7B7F4}" presName="horz1" presStyleCnt="0"/>
      <dgm:spPr/>
    </dgm:pt>
    <dgm:pt modelId="{2B234E8D-717A-4448-A9BD-683E723AEFC3}" type="pres">
      <dgm:prSet presAssocID="{24A34F09-2F62-4A2D-B086-D86219F7B7F4}" presName="tx1" presStyleLbl="revTx" presStyleIdx="0" presStyleCnt="7"/>
      <dgm:spPr/>
    </dgm:pt>
    <dgm:pt modelId="{6C31710B-3A08-44DF-9769-557B5EE2D4C1}" type="pres">
      <dgm:prSet presAssocID="{24A34F09-2F62-4A2D-B086-D86219F7B7F4}" presName="vert1" presStyleCnt="0"/>
      <dgm:spPr/>
    </dgm:pt>
    <dgm:pt modelId="{CC54CAA8-8698-476D-A5FB-8ACE18489DDA}" type="pres">
      <dgm:prSet presAssocID="{ED2B483E-DA2B-4988-8685-CDF95A551BF6}" presName="thickLine" presStyleLbl="alignNode1" presStyleIdx="1" presStyleCnt="7"/>
      <dgm:spPr/>
    </dgm:pt>
    <dgm:pt modelId="{BE393F2C-1DA2-4F1E-BCEE-2B3FE5866933}" type="pres">
      <dgm:prSet presAssocID="{ED2B483E-DA2B-4988-8685-CDF95A551BF6}" presName="horz1" presStyleCnt="0"/>
      <dgm:spPr/>
    </dgm:pt>
    <dgm:pt modelId="{32E71D3C-A1A5-479E-9D1F-8A48C4067C1E}" type="pres">
      <dgm:prSet presAssocID="{ED2B483E-DA2B-4988-8685-CDF95A551BF6}" presName="tx1" presStyleLbl="revTx" presStyleIdx="1" presStyleCnt="7"/>
      <dgm:spPr/>
    </dgm:pt>
    <dgm:pt modelId="{026F25E8-F62D-49F3-9870-72B594ABDF54}" type="pres">
      <dgm:prSet presAssocID="{ED2B483E-DA2B-4988-8685-CDF95A551BF6}" presName="vert1" presStyleCnt="0"/>
      <dgm:spPr/>
    </dgm:pt>
    <dgm:pt modelId="{8A5C97F0-4F82-48D9-B917-2A600C7D6B64}" type="pres">
      <dgm:prSet presAssocID="{595B712A-D28C-49B3-9F7D-B735F498152C}" presName="thickLine" presStyleLbl="alignNode1" presStyleIdx="2" presStyleCnt="7"/>
      <dgm:spPr/>
    </dgm:pt>
    <dgm:pt modelId="{920FA9FF-9B3D-4B06-8E4C-C722120CEA33}" type="pres">
      <dgm:prSet presAssocID="{595B712A-D28C-49B3-9F7D-B735F498152C}" presName="horz1" presStyleCnt="0"/>
      <dgm:spPr/>
    </dgm:pt>
    <dgm:pt modelId="{D5B2BFDE-97CE-4566-9D49-2829A33E8E6D}" type="pres">
      <dgm:prSet presAssocID="{595B712A-D28C-49B3-9F7D-B735F498152C}" presName="tx1" presStyleLbl="revTx" presStyleIdx="2" presStyleCnt="7"/>
      <dgm:spPr/>
    </dgm:pt>
    <dgm:pt modelId="{994D21A3-FC16-4D07-8473-C48D0413AB26}" type="pres">
      <dgm:prSet presAssocID="{595B712A-D28C-49B3-9F7D-B735F498152C}" presName="vert1" presStyleCnt="0"/>
      <dgm:spPr/>
    </dgm:pt>
    <dgm:pt modelId="{3FDBBED8-9A08-4971-B945-85F379B14F88}" type="pres">
      <dgm:prSet presAssocID="{93A0DCE2-F3B8-49C3-A4B0-43E650002D6A}" presName="thickLine" presStyleLbl="alignNode1" presStyleIdx="3" presStyleCnt="7"/>
      <dgm:spPr/>
    </dgm:pt>
    <dgm:pt modelId="{1A1BEA9A-E162-40ED-BAB9-AB866084E81E}" type="pres">
      <dgm:prSet presAssocID="{93A0DCE2-F3B8-49C3-A4B0-43E650002D6A}" presName="horz1" presStyleCnt="0"/>
      <dgm:spPr/>
    </dgm:pt>
    <dgm:pt modelId="{592886ED-71ED-4089-841F-251B873C9582}" type="pres">
      <dgm:prSet presAssocID="{93A0DCE2-F3B8-49C3-A4B0-43E650002D6A}" presName="tx1" presStyleLbl="revTx" presStyleIdx="3" presStyleCnt="7"/>
      <dgm:spPr/>
    </dgm:pt>
    <dgm:pt modelId="{05570E79-A101-4CB5-A857-9596CC6AB9E2}" type="pres">
      <dgm:prSet presAssocID="{93A0DCE2-F3B8-49C3-A4B0-43E650002D6A}" presName="vert1" presStyleCnt="0"/>
      <dgm:spPr/>
    </dgm:pt>
    <dgm:pt modelId="{2B86FC82-D91E-40CC-939D-923FFF91E7DB}" type="pres">
      <dgm:prSet presAssocID="{49450D3E-619B-4267-AB30-8CCA2068086B}" presName="thickLine" presStyleLbl="alignNode1" presStyleIdx="4" presStyleCnt="7"/>
      <dgm:spPr/>
    </dgm:pt>
    <dgm:pt modelId="{43A324FB-7526-44A4-9EA8-1A8365A57C7F}" type="pres">
      <dgm:prSet presAssocID="{49450D3E-619B-4267-AB30-8CCA2068086B}" presName="horz1" presStyleCnt="0"/>
      <dgm:spPr/>
    </dgm:pt>
    <dgm:pt modelId="{B22FB6AC-C806-47BB-8426-0E3AAB3A1825}" type="pres">
      <dgm:prSet presAssocID="{49450D3E-619B-4267-AB30-8CCA2068086B}" presName="tx1" presStyleLbl="revTx" presStyleIdx="4" presStyleCnt="7"/>
      <dgm:spPr/>
    </dgm:pt>
    <dgm:pt modelId="{304C7B2A-2480-4B19-85DA-12F0881C4A68}" type="pres">
      <dgm:prSet presAssocID="{49450D3E-619B-4267-AB30-8CCA2068086B}" presName="vert1" presStyleCnt="0"/>
      <dgm:spPr/>
    </dgm:pt>
    <dgm:pt modelId="{BA7279D0-A6FA-4F45-BF65-6E102739831A}" type="pres">
      <dgm:prSet presAssocID="{6D69B068-EF61-4EE3-AAF4-B40BCB7FDE65}" presName="thickLine" presStyleLbl="alignNode1" presStyleIdx="5" presStyleCnt="7"/>
      <dgm:spPr/>
    </dgm:pt>
    <dgm:pt modelId="{EA637616-CC97-442C-80BE-303FD20F00DB}" type="pres">
      <dgm:prSet presAssocID="{6D69B068-EF61-4EE3-AAF4-B40BCB7FDE65}" presName="horz1" presStyleCnt="0"/>
      <dgm:spPr/>
    </dgm:pt>
    <dgm:pt modelId="{4FB874CF-9FE4-4CC7-839D-DCB6CE225888}" type="pres">
      <dgm:prSet presAssocID="{6D69B068-EF61-4EE3-AAF4-B40BCB7FDE65}" presName="tx1" presStyleLbl="revTx" presStyleIdx="5" presStyleCnt="7"/>
      <dgm:spPr/>
    </dgm:pt>
    <dgm:pt modelId="{A6D31EE4-A7C1-4BA8-8208-EA2EC32FD8D1}" type="pres">
      <dgm:prSet presAssocID="{6D69B068-EF61-4EE3-AAF4-B40BCB7FDE65}" presName="vert1" presStyleCnt="0"/>
      <dgm:spPr/>
    </dgm:pt>
    <dgm:pt modelId="{0F83051E-F338-4383-AABB-1AB5AD77E8B3}" type="pres">
      <dgm:prSet presAssocID="{432C6210-029A-4578-93FC-3380F0BDDB56}" presName="thickLine" presStyleLbl="alignNode1" presStyleIdx="6" presStyleCnt="7"/>
      <dgm:spPr/>
    </dgm:pt>
    <dgm:pt modelId="{E3748FF1-DDE2-4E6C-9D52-E79ADC49EFF7}" type="pres">
      <dgm:prSet presAssocID="{432C6210-029A-4578-93FC-3380F0BDDB56}" presName="horz1" presStyleCnt="0"/>
      <dgm:spPr/>
    </dgm:pt>
    <dgm:pt modelId="{89A0586C-EB25-4354-8C95-F6039E5207C8}" type="pres">
      <dgm:prSet presAssocID="{432C6210-029A-4578-93FC-3380F0BDDB56}" presName="tx1" presStyleLbl="revTx" presStyleIdx="6" presStyleCnt="7"/>
      <dgm:spPr/>
    </dgm:pt>
    <dgm:pt modelId="{703F09D0-0CBF-4801-B47B-8A9B4F725068}" type="pres">
      <dgm:prSet presAssocID="{432C6210-029A-4578-93FC-3380F0BDDB56}" presName="vert1" presStyleCnt="0"/>
      <dgm:spPr/>
    </dgm:pt>
  </dgm:ptLst>
  <dgm:cxnLst>
    <dgm:cxn modelId="{76E78804-C15D-456A-8DEF-02D4F2E22017}" type="presOf" srcId="{ED2B483E-DA2B-4988-8685-CDF95A551BF6}" destId="{32E71D3C-A1A5-479E-9D1F-8A48C4067C1E}" srcOrd="0" destOrd="0" presId="urn:microsoft.com/office/officeart/2008/layout/LinedList"/>
    <dgm:cxn modelId="{D1B2CD1D-0F69-41E5-9509-A809222628F2}" srcId="{DE4BF969-CA98-491A-BA9E-93ACB470A5B6}" destId="{6D69B068-EF61-4EE3-AAF4-B40BCB7FDE65}" srcOrd="5" destOrd="0" parTransId="{BA1B3368-BD13-4910-90C0-633487183616}" sibTransId="{491FB268-F1BA-44CA-9ACB-95971F0ABC5F}"/>
    <dgm:cxn modelId="{00B51A1F-D821-4987-BDAD-CC155E08B9E7}" type="presOf" srcId="{6D69B068-EF61-4EE3-AAF4-B40BCB7FDE65}" destId="{4FB874CF-9FE4-4CC7-839D-DCB6CE225888}" srcOrd="0" destOrd="0" presId="urn:microsoft.com/office/officeart/2008/layout/LinedList"/>
    <dgm:cxn modelId="{F326D121-4C5D-448E-8D94-CDACFF750536}" srcId="{DE4BF969-CA98-491A-BA9E-93ACB470A5B6}" destId="{93A0DCE2-F3B8-49C3-A4B0-43E650002D6A}" srcOrd="3" destOrd="0" parTransId="{B4F05D12-B172-4C1A-B659-3AC04404B772}" sibTransId="{E76C125C-163F-4EB7-A4EB-828294AD2224}"/>
    <dgm:cxn modelId="{4456D822-85C3-485A-A070-6C0A3422CDB0}" srcId="{DE4BF969-CA98-491A-BA9E-93ACB470A5B6}" destId="{432C6210-029A-4578-93FC-3380F0BDDB56}" srcOrd="6" destOrd="0" parTransId="{64998116-771D-49C5-9961-88332875AA98}" sibTransId="{0CB34F2B-BB0E-4385-8F7B-65436F849CC0}"/>
    <dgm:cxn modelId="{1C689E2C-ED95-49B8-9502-41037BDAC600}" type="presOf" srcId="{49450D3E-619B-4267-AB30-8CCA2068086B}" destId="{B22FB6AC-C806-47BB-8426-0E3AAB3A1825}" srcOrd="0" destOrd="0" presId="urn:microsoft.com/office/officeart/2008/layout/LinedList"/>
    <dgm:cxn modelId="{DD81AB2D-2B8D-4544-B26D-EC910E7C8412}" type="presOf" srcId="{432C6210-029A-4578-93FC-3380F0BDDB56}" destId="{89A0586C-EB25-4354-8C95-F6039E5207C8}" srcOrd="0" destOrd="0" presId="urn:microsoft.com/office/officeart/2008/layout/LinedList"/>
    <dgm:cxn modelId="{11931944-B02B-40E6-9A24-4A6168BF39B4}" type="presOf" srcId="{595B712A-D28C-49B3-9F7D-B735F498152C}" destId="{D5B2BFDE-97CE-4566-9D49-2829A33E8E6D}" srcOrd="0" destOrd="0" presId="urn:microsoft.com/office/officeart/2008/layout/LinedList"/>
    <dgm:cxn modelId="{AA14E744-D93C-472E-A5EF-F0DE3F76E870}" srcId="{DE4BF969-CA98-491A-BA9E-93ACB470A5B6}" destId="{49450D3E-619B-4267-AB30-8CCA2068086B}" srcOrd="4" destOrd="0" parTransId="{04E44E3D-522B-46A9-AC99-F5FF60C375A7}" sibTransId="{E8BF1033-004E-400F-8739-075793D7AD90}"/>
    <dgm:cxn modelId="{82FB3A6B-9BF4-44AE-B9B0-72913821404F}" type="presOf" srcId="{DE4BF969-CA98-491A-BA9E-93ACB470A5B6}" destId="{0093A360-6199-4260-904A-E13F1B9BA840}" srcOrd="0" destOrd="0" presId="urn:microsoft.com/office/officeart/2008/layout/LinedList"/>
    <dgm:cxn modelId="{C42B859A-972D-4E8F-9C75-98529BA60E26}" type="presOf" srcId="{24A34F09-2F62-4A2D-B086-D86219F7B7F4}" destId="{2B234E8D-717A-4448-A9BD-683E723AEFC3}" srcOrd="0" destOrd="0" presId="urn:microsoft.com/office/officeart/2008/layout/LinedList"/>
    <dgm:cxn modelId="{06F007C5-88B7-456F-A08B-DAA7C5F07E79}" srcId="{DE4BF969-CA98-491A-BA9E-93ACB470A5B6}" destId="{595B712A-D28C-49B3-9F7D-B735F498152C}" srcOrd="2" destOrd="0" parTransId="{31325DC3-E64D-48CC-A5BB-9843CE6E49C9}" sibTransId="{CDA08E73-1007-4C00-91A7-3967C21BAB80}"/>
    <dgm:cxn modelId="{1D96CCC5-01AA-4580-B17C-840898E1774B}" srcId="{DE4BF969-CA98-491A-BA9E-93ACB470A5B6}" destId="{ED2B483E-DA2B-4988-8685-CDF95A551BF6}" srcOrd="1" destOrd="0" parTransId="{1A5289ED-2D8C-4AF8-8ED8-FE34D230B24D}" sibTransId="{4162B8C5-4011-4B07-B641-EE200FD61643}"/>
    <dgm:cxn modelId="{044546F7-6C69-4887-B885-1BA28411289C}" type="presOf" srcId="{93A0DCE2-F3B8-49C3-A4B0-43E650002D6A}" destId="{592886ED-71ED-4089-841F-251B873C9582}" srcOrd="0" destOrd="0" presId="urn:microsoft.com/office/officeart/2008/layout/LinedList"/>
    <dgm:cxn modelId="{737552FD-D365-46B7-95BF-FD8238EE48C7}" srcId="{DE4BF969-CA98-491A-BA9E-93ACB470A5B6}" destId="{24A34F09-2F62-4A2D-B086-D86219F7B7F4}" srcOrd="0" destOrd="0" parTransId="{3CDC72AB-AD05-4A7E-8F21-703189059648}" sibTransId="{F1FA8755-05FD-42B1-A163-88D5C226AB63}"/>
    <dgm:cxn modelId="{F6C959A7-D508-4CF1-B7DB-24D4D3C1993A}" type="presParOf" srcId="{0093A360-6199-4260-904A-E13F1B9BA840}" destId="{8451823A-07BB-4ACC-8AC1-8E2D66ADD720}" srcOrd="0" destOrd="0" presId="urn:microsoft.com/office/officeart/2008/layout/LinedList"/>
    <dgm:cxn modelId="{3A7AFE11-E750-4E40-858E-AA3DD0B50D99}" type="presParOf" srcId="{0093A360-6199-4260-904A-E13F1B9BA840}" destId="{CA52101C-6E98-4058-9ACF-34D93E1631FD}" srcOrd="1" destOrd="0" presId="urn:microsoft.com/office/officeart/2008/layout/LinedList"/>
    <dgm:cxn modelId="{A0D5E295-AE1C-4440-91C9-A2E38D711289}" type="presParOf" srcId="{CA52101C-6E98-4058-9ACF-34D93E1631FD}" destId="{2B234E8D-717A-4448-A9BD-683E723AEFC3}" srcOrd="0" destOrd="0" presId="urn:microsoft.com/office/officeart/2008/layout/LinedList"/>
    <dgm:cxn modelId="{1CC272FB-6BDE-4C30-AB87-83652C63C8B0}" type="presParOf" srcId="{CA52101C-6E98-4058-9ACF-34D93E1631FD}" destId="{6C31710B-3A08-44DF-9769-557B5EE2D4C1}" srcOrd="1" destOrd="0" presId="urn:microsoft.com/office/officeart/2008/layout/LinedList"/>
    <dgm:cxn modelId="{CA16CB81-B64F-42B6-BE03-9F108C1875DF}" type="presParOf" srcId="{0093A360-6199-4260-904A-E13F1B9BA840}" destId="{CC54CAA8-8698-476D-A5FB-8ACE18489DDA}" srcOrd="2" destOrd="0" presId="urn:microsoft.com/office/officeart/2008/layout/LinedList"/>
    <dgm:cxn modelId="{DA70A5CF-08DE-4F40-87C8-3DFAD0D757C0}" type="presParOf" srcId="{0093A360-6199-4260-904A-E13F1B9BA840}" destId="{BE393F2C-1DA2-4F1E-BCEE-2B3FE5866933}" srcOrd="3" destOrd="0" presId="urn:microsoft.com/office/officeart/2008/layout/LinedList"/>
    <dgm:cxn modelId="{B9EBE8EA-4E5C-47FA-8D89-02D46756A1D3}" type="presParOf" srcId="{BE393F2C-1DA2-4F1E-BCEE-2B3FE5866933}" destId="{32E71D3C-A1A5-479E-9D1F-8A48C4067C1E}" srcOrd="0" destOrd="0" presId="urn:microsoft.com/office/officeart/2008/layout/LinedList"/>
    <dgm:cxn modelId="{181C3364-9D00-470E-93B7-A45FBBC61652}" type="presParOf" srcId="{BE393F2C-1DA2-4F1E-BCEE-2B3FE5866933}" destId="{026F25E8-F62D-49F3-9870-72B594ABDF54}" srcOrd="1" destOrd="0" presId="urn:microsoft.com/office/officeart/2008/layout/LinedList"/>
    <dgm:cxn modelId="{F1C55FF8-1B0A-491E-AFCC-14CD8F1EEE4F}" type="presParOf" srcId="{0093A360-6199-4260-904A-E13F1B9BA840}" destId="{8A5C97F0-4F82-48D9-B917-2A600C7D6B64}" srcOrd="4" destOrd="0" presId="urn:microsoft.com/office/officeart/2008/layout/LinedList"/>
    <dgm:cxn modelId="{BC51C766-6D80-47D6-8B45-EA8D09626755}" type="presParOf" srcId="{0093A360-6199-4260-904A-E13F1B9BA840}" destId="{920FA9FF-9B3D-4B06-8E4C-C722120CEA33}" srcOrd="5" destOrd="0" presId="urn:microsoft.com/office/officeart/2008/layout/LinedList"/>
    <dgm:cxn modelId="{2F7C69F9-1A69-4E16-8124-2111A395C259}" type="presParOf" srcId="{920FA9FF-9B3D-4B06-8E4C-C722120CEA33}" destId="{D5B2BFDE-97CE-4566-9D49-2829A33E8E6D}" srcOrd="0" destOrd="0" presId="urn:microsoft.com/office/officeart/2008/layout/LinedList"/>
    <dgm:cxn modelId="{00C022E5-4CAD-492D-8AC7-8E935DB64397}" type="presParOf" srcId="{920FA9FF-9B3D-4B06-8E4C-C722120CEA33}" destId="{994D21A3-FC16-4D07-8473-C48D0413AB26}" srcOrd="1" destOrd="0" presId="urn:microsoft.com/office/officeart/2008/layout/LinedList"/>
    <dgm:cxn modelId="{CF43F05D-26A2-4A99-AFAB-9D60E6440B13}" type="presParOf" srcId="{0093A360-6199-4260-904A-E13F1B9BA840}" destId="{3FDBBED8-9A08-4971-B945-85F379B14F88}" srcOrd="6" destOrd="0" presId="urn:microsoft.com/office/officeart/2008/layout/LinedList"/>
    <dgm:cxn modelId="{347499C4-49E5-42F2-9C38-A75A4245350B}" type="presParOf" srcId="{0093A360-6199-4260-904A-E13F1B9BA840}" destId="{1A1BEA9A-E162-40ED-BAB9-AB866084E81E}" srcOrd="7" destOrd="0" presId="urn:microsoft.com/office/officeart/2008/layout/LinedList"/>
    <dgm:cxn modelId="{03994044-6D55-4D23-AE10-E27D2E1953D8}" type="presParOf" srcId="{1A1BEA9A-E162-40ED-BAB9-AB866084E81E}" destId="{592886ED-71ED-4089-841F-251B873C9582}" srcOrd="0" destOrd="0" presId="urn:microsoft.com/office/officeart/2008/layout/LinedList"/>
    <dgm:cxn modelId="{D78F474E-FACE-4EEA-87D2-85CFE1E83705}" type="presParOf" srcId="{1A1BEA9A-E162-40ED-BAB9-AB866084E81E}" destId="{05570E79-A101-4CB5-A857-9596CC6AB9E2}" srcOrd="1" destOrd="0" presId="urn:microsoft.com/office/officeart/2008/layout/LinedList"/>
    <dgm:cxn modelId="{09D371FD-B0BC-4313-92BD-CCEFE8A540F7}" type="presParOf" srcId="{0093A360-6199-4260-904A-E13F1B9BA840}" destId="{2B86FC82-D91E-40CC-939D-923FFF91E7DB}" srcOrd="8" destOrd="0" presId="urn:microsoft.com/office/officeart/2008/layout/LinedList"/>
    <dgm:cxn modelId="{7D483579-273F-455E-830C-DEE451529266}" type="presParOf" srcId="{0093A360-6199-4260-904A-E13F1B9BA840}" destId="{43A324FB-7526-44A4-9EA8-1A8365A57C7F}" srcOrd="9" destOrd="0" presId="urn:microsoft.com/office/officeart/2008/layout/LinedList"/>
    <dgm:cxn modelId="{9E7862CF-5CA9-45EA-B606-C7181B0EAE0B}" type="presParOf" srcId="{43A324FB-7526-44A4-9EA8-1A8365A57C7F}" destId="{B22FB6AC-C806-47BB-8426-0E3AAB3A1825}" srcOrd="0" destOrd="0" presId="urn:microsoft.com/office/officeart/2008/layout/LinedList"/>
    <dgm:cxn modelId="{F365A391-51A1-44D6-A64F-38C3BBDCB82A}" type="presParOf" srcId="{43A324FB-7526-44A4-9EA8-1A8365A57C7F}" destId="{304C7B2A-2480-4B19-85DA-12F0881C4A68}" srcOrd="1" destOrd="0" presId="urn:microsoft.com/office/officeart/2008/layout/LinedList"/>
    <dgm:cxn modelId="{57AAAE54-C386-46ED-83F7-E9E81832C990}" type="presParOf" srcId="{0093A360-6199-4260-904A-E13F1B9BA840}" destId="{BA7279D0-A6FA-4F45-BF65-6E102739831A}" srcOrd="10" destOrd="0" presId="urn:microsoft.com/office/officeart/2008/layout/LinedList"/>
    <dgm:cxn modelId="{D5A40C3F-B7CF-4CB0-9ED6-ED96C0690EBD}" type="presParOf" srcId="{0093A360-6199-4260-904A-E13F1B9BA840}" destId="{EA637616-CC97-442C-80BE-303FD20F00DB}" srcOrd="11" destOrd="0" presId="urn:microsoft.com/office/officeart/2008/layout/LinedList"/>
    <dgm:cxn modelId="{A4698395-27FF-4BE6-8C88-F3C8F0EE97CB}" type="presParOf" srcId="{EA637616-CC97-442C-80BE-303FD20F00DB}" destId="{4FB874CF-9FE4-4CC7-839D-DCB6CE225888}" srcOrd="0" destOrd="0" presId="urn:microsoft.com/office/officeart/2008/layout/LinedList"/>
    <dgm:cxn modelId="{C287BE54-8E3B-4599-B746-2FF9B21E66D8}" type="presParOf" srcId="{EA637616-CC97-442C-80BE-303FD20F00DB}" destId="{A6D31EE4-A7C1-4BA8-8208-EA2EC32FD8D1}" srcOrd="1" destOrd="0" presId="urn:microsoft.com/office/officeart/2008/layout/LinedList"/>
    <dgm:cxn modelId="{1F9A7DE2-0848-4AEB-B5A0-C93A3EF8153D}" type="presParOf" srcId="{0093A360-6199-4260-904A-E13F1B9BA840}" destId="{0F83051E-F338-4383-AABB-1AB5AD77E8B3}" srcOrd="12" destOrd="0" presId="urn:microsoft.com/office/officeart/2008/layout/LinedList"/>
    <dgm:cxn modelId="{7CD91185-5648-49FD-89A9-0152D021D6E6}" type="presParOf" srcId="{0093A360-6199-4260-904A-E13F1B9BA840}" destId="{E3748FF1-DDE2-4E6C-9D52-E79ADC49EFF7}" srcOrd="13" destOrd="0" presId="urn:microsoft.com/office/officeart/2008/layout/LinedList"/>
    <dgm:cxn modelId="{59E14762-66E3-46AF-8A40-AC99ECDDD0E8}" type="presParOf" srcId="{E3748FF1-DDE2-4E6C-9D52-E79ADC49EFF7}" destId="{89A0586C-EB25-4354-8C95-F6039E5207C8}" srcOrd="0" destOrd="0" presId="urn:microsoft.com/office/officeart/2008/layout/LinedList"/>
    <dgm:cxn modelId="{133F0119-97AD-4236-B992-2F109EF474C5}" type="presParOf" srcId="{E3748FF1-DDE2-4E6C-9D52-E79ADC49EFF7}" destId="{703F09D0-0CBF-4801-B47B-8A9B4F725068}" srcOrd="1" destOrd="0" presId="urn:microsoft.com/office/officeart/2008/layout/Lined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451823A-07BB-4ACC-8AC1-8E2D66ADD720}">
      <dsp:nvSpPr>
        <dsp:cNvPr id="0" name=""/>
        <dsp:cNvSpPr/>
      </dsp:nvSpPr>
      <dsp:spPr>
        <a:xfrm>
          <a:off x="0" y="462"/>
          <a:ext cx="5818396" cy="0"/>
        </a:xfrm>
        <a:prstGeom prst="line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B234E8D-717A-4448-A9BD-683E723AEFC3}">
      <dsp:nvSpPr>
        <dsp:cNvPr id="0" name=""/>
        <dsp:cNvSpPr/>
      </dsp:nvSpPr>
      <dsp:spPr>
        <a:xfrm>
          <a:off x="0" y="462"/>
          <a:ext cx="5818396" cy="54157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5250" tIns="95250" rIns="95250" bIns="95250" numCol="1" spcCol="1270" anchor="t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 dirty="0"/>
            <a:t>Introduction</a:t>
          </a:r>
        </a:p>
      </dsp:txBody>
      <dsp:txXfrm>
        <a:off x="0" y="462"/>
        <a:ext cx="5818396" cy="541570"/>
      </dsp:txXfrm>
    </dsp:sp>
    <dsp:sp modelId="{CC54CAA8-8698-476D-A5FB-8ACE18489DDA}">
      <dsp:nvSpPr>
        <dsp:cNvPr id="0" name=""/>
        <dsp:cNvSpPr/>
      </dsp:nvSpPr>
      <dsp:spPr>
        <a:xfrm>
          <a:off x="0" y="542033"/>
          <a:ext cx="5818396" cy="0"/>
        </a:xfrm>
        <a:prstGeom prst="line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2E71D3C-A1A5-479E-9D1F-8A48C4067C1E}">
      <dsp:nvSpPr>
        <dsp:cNvPr id="0" name=""/>
        <dsp:cNvSpPr/>
      </dsp:nvSpPr>
      <dsp:spPr>
        <a:xfrm>
          <a:off x="0" y="542033"/>
          <a:ext cx="5818396" cy="54157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5250" tIns="95250" rIns="95250" bIns="95250" numCol="1" spcCol="1270" anchor="t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 dirty="0"/>
            <a:t>Mix Design</a:t>
          </a:r>
        </a:p>
      </dsp:txBody>
      <dsp:txXfrm>
        <a:off x="0" y="542033"/>
        <a:ext cx="5818396" cy="541570"/>
      </dsp:txXfrm>
    </dsp:sp>
    <dsp:sp modelId="{8A5C97F0-4F82-48D9-B917-2A600C7D6B64}">
      <dsp:nvSpPr>
        <dsp:cNvPr id="0" name=""/>
        <dsp:cNvSpPr/>
      </dsp:nvSpPr>
      <dsp:spPr>
        <a:xfrm>
          <a:off x="0" y="1083603"/>
          <a:ext cx="5818396" cy="0"/>
        </a:xfrm>
        <a:prstGeom prst="line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5B2BFDE-97CE-4566-9D49-2829A33E8E6D}">
      <dsp:nvSpPr>
        <dsp:cNvPr id="0" name=""/>
        <dsp:cNvSpPr/>
      </dsp:nvSpPr>
      <dsp:spPr>
        <a:xfrm>
          <a:off x="0" y="1083603"/>
          <a:ext cx="5818396" cy="54157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5250" tIns="95250" rIns="95250" bIns="95250" numCol="1" spcCol="1270" anchor="t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 dirty="0"/>
            <a:t>Preparation Process</a:t>
          </a:r>
        </a:p>
      </dsp:txBody>
      <dsp:txXfrm>
        <a:off x="0" y="1083603"/>
        <a:ext cx="5818396" cy="541570"/>
      </dsp:txXfrm>
    </dsp:sp>
    <dsp:sp modelId="{3FDBBED8-9A08-4971-B945-85F379B14F88}">
      <dsp:nvSpPr>
        <dsp:cNvPr id="0" name=""/>
        <dsp:cNvSpPr/>
      </dsp:nvSpPr>
      <dsp:spPr>
        <a:xfrm>
          <a:off x="0" y="1625173"/>
          <a:ext cx="5818396" cy="0"/>
        </a:xfrm>
        <a:prstGeom prst="line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92886ED-71ED-4089-841F-251B873C9582}">
      <dsp:nvSpPr>
        <dsp:cNvPr id="0" name=""/>
        <dsp:cNvSpPr/>
      </dsp:nvSpPr>
      <dsp:spPr>
        <a:xfrm>
          <a:off x="0" y="1625173"/>
          <a:ext cx="5818396" cy="54157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5250" tIns="95250" rIns="95250" bIns="95250" numCol="1" spcCol="1270" anchor="t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 dirty="0">
              <a:latin typeface="Grandview"/>
            </a:rPr>
            <a:t>Curing</a:t>
          </a:r>
          <a:endParaRPr lang="en-US" sz="2500" kern="1200" dirty="0"/>
        </a:p>
      </dsp:txBody>
      <dsp:txXfrm>
        <a:off x="0" y="1625173"/>
        <a:ext cx="5818396" cy="541570"/>
      </dsp:txXfrm>
    </dsp:sp>
    <dsp:sp modelId="{2B86FC82-D91E-40CC-939D-923FFF91E7DB}">
      <dsp:nvSpPr>
        <dsp:cNvPr id="0" name=""/>
        <dsp:cNvSpPr/>
      </dsp:nvSpPr>
      <dsp:spPr>
        <a:xfrm>
          <a:off x="0" y="2166744"/>
          <a:ext cx="5818396" cy="0"/>
        </a:xfrm>
        <a:prstGeom prst="line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22FB6AC-C806-47BB-8426-0E3AAB3A1825}">
      <dsp:nvSpPr>
        <dsp:cNvPr id="0" name=""/>
        <dsp:cNvSpPr/>
      </dsp:nvSpPr>
      <dsp:spPr>
        <a:xfrm>
          <a:off x="0" y="2166744"/>
          <a:ext cx="5818396" cy="54157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5250" tIns="95250" rIns="95250" bIns="95250" numCol="1" spcCol="1270" anchor="t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 dirty="0"/>
            <a:t>Applications</a:t>
          </a:r>
        </a:p>
      </dsp:txBody>
      <dsp:txXfrm>
        <a:off x="0" y="2166744"/>
        <a:ext cx="5818396" cy="541570"/>
      </dsp:txXfrm>
    </dsp:sp>
    <dsp:sp modelId="{BA7279D0-A6FA-4F45-BF65-6E102739831A}">
      <dsp:nvSpPr>
        <dsp:cNvPr id="0" name=""/>
        <dsp:cNvSpPr/>
      </dsp:nvSpPr>
      <dsp:spPr>
        <a:xfrm>
          <a:off x="0" y="2708314"/>
          <a:ext cx="5818396" cy="0"/>
        </a:xfrm>
        <a:prstGeom prst="line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FB874CF-9FE4-4CC7-839D-DCB6CE225888}">
      <dsp:nvSpPr>
        <dsp:cNvPr id="0" name=""/>
        <dsp:cNvSpPr/>
      </dsp:nvSpPr>
      <dsp:spPr>
        <a:xfrm>
          <a:off x="0" y="2708314"/>
          <a:ext cx="5818396" cy="54157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5250" tIns="95250" rIns="95250" bIns="95250" numCol="1" spcCol="1270" anchor="t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 dirty="0"/>
            <a:t>Testing of Hydrophobic Concrete</a:t>
          </a:r>
        </a:p>
      </dsp:txBody>
      <dsp:txXfrm>
        <a:off x="0" y="2708314"/>
        <a:ext cx="5818396" cy="541570"/>
      </dsp:txXfrm>
    </dsp:sp>
    <dsp:sp modelId="{0F83051E-F338-4383-AABB-1AB5AD77E8B3}">
      <dsp:nvSpPr>
        <dsp:cNvPr id="0" name=""/>
        <dsp:cNvSpPr/>
      </dsp:nvSpPr>
      <dsp:spPr>
        <a:xfrm>
          <a:off x="0" y="3249884"/>
          <a:ext cx="5818396" cy="0"/>
        </a:xfrm>
        <a:prstGeom prst="line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9A0586C-EB25-4354-8C95-F6039E5207C8}">
      <dsp:nvSpPr>
        <dsp:cNvPr id="0" name=""/>
        <dsp:cNvSpPr/>
      </dsp:nvSpPr>
      <dsp:spPr>
        <a:xfrm>
          <a:off x="0" y="3249884"/>
          <a:ext cx="5818396" cy="54157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5250" tIns="95250" rIns="95250" bIns="95250" numCol="1" spcCol="1270" anchor="t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 dirty="0"/>
            <a:t>Conclusion</a:t>
          </a:r>
        </a:p>
      </dsp:txBody>
      <dsp:txXfrm>
        <a:off x="0" y="3249884"/>
        <a:ext cx="5818396" cy="541570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8/layout/LinedList">
  <dgm:title val=""/>
  <dgm:desc val=""/>
  <dgm:catLst>
    <dgm:cat type="hierarchy" pri="8000"/>
    <dgm:cat type="list" pri="2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clrData>
  <dgm:layoutNode name="vert0">
    <dgm:varLst>
      <dgm:dir/>
      <dgm:animOne val="branch"/>
      <dgm:animLvl val="lvl"/>
    </dgm:varLst>
    <dgm:choose name="Name0">
      <dgm:if name="Name1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horz1" refType="w"/>
      <dgm:constr type="h" for="ch" forName="horz1" refType="h"/>
      <dgm:constr type="h" for="des" forName="vert1" refType="h"/>
      <dgm:constr type="h" for="des" forName="tx1" refType="h"/>
      <dgm:constr type="h" for="des" forName="horz2" refType="h"/>
      <dgm:constr type="h" for="des" forName="vert2" refType="h"/>
      <dgm:constr type="h" for="des" forName="horz3" refType="h"/>
      <dgm:constr type="h" for="des" forName="vert3" refType="h"/>
      <dgm:constr type="h" for="des" forName="horz4" refType="h"/>
      <dgm:constr type="h" for="des" ptType="node" refType="h"/>
      <dgm:constr type="primFontSz" for="des" forName="tx1" op="equ" val="65"/>
      <dgm:constr type="primFontSz" for="des" forName="tx2" op="equ" val="65"/>
      <dgm:constr type="primFontSz" for="des" forName="tx3" op="equ" val="65"/>
      <dgm:constr type="primFontSz" for="des" forName="tx4" op="equ" val="65"/>
      <dgm:constr type="w" for="des" forName="thickLine" refType="w"/>
      <dgm:constr type="h" for="des" forName="thickLine"/>
      <dgm:constr type="h" for="des" forName="thinLine1"/>
      <dgm:constr type="h" for="des" forName="thinLine2b"/>
      <dgm:constr type="h" for="des" forName="thinLine3"/>
      <dgm:constr type="h" for="des" forName="vertSpace2a" refType="h" fact="0.05"/>
      <dgm:constr type="h" for="des" forName="vertSpace2b" refType="h" refFor="des" refForName="vertSpace2a"/>
    </dgm:constrLst>
    <dgm:forEach name="Name3" axis="ch" ptType="node">
      <dgm:layoutNode name="thickLine" styleLbl="alignNode1">
        <dgm:alg type="sp"/>
        <dgm:shape xmlns:r="http://schemas.openxmlformats.org/officeDocument/2006/relationships" type="line" r:blip="">
          <dgm:adjLst/>
        </dgm:shape>
        <dgm:presOf/>
      </dgm:layoutNode>
      <dgm:layoutNode name="horz1">
        <dgm:choose name="Name4">
          <dgm:if name="Name5" func="var" arg="dir" op="equ" val="norm">
            <dgm:alg type="lin">
              <dgm:param type="linDir" val="fromL"/>
              <dgm:param type="nodeVertAlign" val="t"/>
            </dgm:alg>
          </dgm:if>
          <dgm:else name="Name6">
            <dgm:alg type="lin">
              <dgm:param type="linDir" val="fromR"/>
              <dgm:param type="nodeVertAlign" val="t"/>
            </dgm:alg>
          </dgm:else>
        </dgm:choose>
        <dgm:shape xmlns:r="http://schemas.openxmlformats.org/officeDocument/2006/relationships" r:blip="">
          <dgm:adjLst/>
        </dgm:shape>
        <dgm:presOf/>
        <dgm:choose name="Name7">
          <dgm:if name="Name8" axis="root des" func="maxDepth" op="equ" val="1">
            <dgm:constrLst>
              <dgm:constr type="w" for="ch" forName="tx1" refType="w"/>
            </dgm:constrLst>
          </dgm:if>
          <dgm:if name="Name9" axis="root des" func="maxDepth" op="equ" val="2">
            <dgm:constrLst>
              <dgm:constr type="w" for="ch" forName="tx1" refType="w" fact="0.2"/>
              <dgm:constr type="w" for="des" forName="tx2" refType="w" fact="0.785"/>
              <dgm:constr type="w" for="des" forName="horzSpace2" refType="w" fact="0.015"/>
              <dgm:constr type="w" for="des" forName="thinLine2b" refType="w" fact="0.8"/>
            </dgm:constrLst>
          </dgm:if>
          <dgm:if name="Name10" axis="root des" func="maxDepth" op="equ" val="3">
            <dgm:constrLst>
              <dgm:constr type="w" for="ch" forName="tx1" refType="w" fact="0.2"/>
              <dgm:constr type="w" for="des" forName="tx2" refType="w" fact="0.385"/>
              <dgm:constr type="w" for="des" forName="tx3" refType="w" fact="0.385"/>
              <dgm:constr type="w" for="des" forName="horzSpace2" refType="w" fact="0.015"/>
              <dgm:constr type="w" for="des" forName="horzSpace3" refType="w" fact="0.015"/>
              <dgm:constr type="w" for="des" forName="thinLine2b" refType="w" fact="0.8"/>
              <dgm:constr type="w" for="des" forName="thinLine3" refType="w" fact="0.385"/>
            </dgm:constrLst>
          </dgm:if>
          <dgm:if name="Name11" axis="root des" func="maxDepth" op="gte" val="4">
            <dgm:constrLst>
              <dgm:constr type="w" for="ch" forName="tx1" refType="w" fact="0.2"/>
              <dgm:constr type="w" for="des" forName="tx2" refType="w" fact="0.2516"/>
              <dgm:constr type="w" for="des" forName="tx3" refType="w" fact="0.2516"/>
              <dgm:constr type="w" for="des" forName="tx4" refType="w" fact="0.2516"/>
              <dgm:constr type="w" for="des" forName="horzSpace2" refType="w" fact="0.015"/>
              <dgm:constr type="w" for="des" forName="horzSpace3" refType="w" fact="0.015"/>
              <dgm:constr type="w" for="des" forName="horzSpace4" refType="w" fact="0.015"/>
              <dgm:constr type="w" for="des" forName="thinLine2b" refType="w" fact="0.8"/>
              <dgm:constr type="w" for="des" forName="thinLine3" refType="w" fact="0.5332"/>
            </dgm:constrLst>
          </dgm:if>
          <dgm:else name="Name12"/>
        </dgm:choose>
        <dgm:layoutNode name="tx1" styleLbl="revTx"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vert1">
          <dgm:choose name="Name13">
            <dgm:if name="Name14" func="var" arg="dir" op="equ" val="norm">
              <dgm:alg type="lin">
                <dgm:param type="linDir" val="fromT"/>
                <dgm:param type="nodeHorzAlign" val="l"/>
              </dgm:alg>
            </dgm:if>
            <dgm:else name="Name15">
              <dgm:alg type="lin">
                <dgm:param type="linDir" val="fromT"/>
                <dgm:param type="nodeHorzAlign" val="r"/>
              </dgm:alg>
            </dgm:else>
          </dgm:choose>
          <dgm:shape xmlns:r="http://schemas.openxmlformats.org/officeDocument/2006/relationships" r:blip="">
            <dgm:adjLst/>
          </dgm:shape>
          <dgm:presOf/>
          <dgm:forEach name="Name16" axis="ch" ptType="node">
            <dgm:choose name="Name17">
              <dgm:if name="Name18" axis="self" ptType="node" func="pos" op="equ" val="1">
                <dgm:layoutNode name="vertSpace2a">
                  <dgm:alg type="sp"/>
                  <dgm:shape xmlns:r="http://schemas.openxmlformats.org/officeDocument/2006/relationships" r:blip="">
                    <dgm:adjLst/>
                  </dgm:shape>
                  <dgm:presOf/>
                </dgm:layoutNode>
              </dgm:if>
              <dgm:else name="Name19"/>
            </dgm:choose>
            <dgm:layoutNode name="horz2">
              <dgm:choose name="Name20">
                <dgm:if name="Name21" func="var" arg="dir" op="equ" val="norm">
                  <dgm:alg type="lin">
                    <dgm:param type="linDir" val="fromL"/>
                    <dgm:param type="nodeVertAlign" val="t"/>
                  </dgm:alg>
                </dgm:if>
                <dgm:else name="Name22">
                  <dgm:alg type="lin">
                    <dgm:param type="linDir" val="fromR"/>
                    <dgm:param type="nodeVertAlign" val="t"/>
                  </dgm:alg>
                </dgm:else>
              </dgm:choose>
              <dgm:shape xmlns:r="http://schemas.openxmlformats.org/officeDocument/2006/relationships" r:blip="">
                <dgm:adjLst/>
              </dgm:shape>
              <dgm:presOf/>
              <dgm:layoutNode name="horzSpace2">
                <dgm:alg type="sp"/>
                <dgm:shape xmlns:r="http://schemas.openxmlformats.org/officeDocument/2006/relationships" r:blip="">
                  <dgm:adjLst/>
                </dgm:shape>
                <dgm:presOf/>
              </dgm:layoutNode>
              <dgm:layoutNode name="tx2" styleLbl="revTx">
                <dgm:alg type="tx">
                  <dgm:param type="parTxLTRAlign" val="l"/>
                  <dgm:param type="parTxRTLAlign" val="r"/>
                  <dgm:param type="txAnchorVert" val="t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layoutNode name="vert2">
                <dgm:choose name="Name23">
                  <dgm:if name="Name24" func="var" arg="dir" op="equ" val="norm">
                    <dgm:alg type="lin">
                      <dgm:param type="linDir" val="fromT"/>
                      <dgm:param type="nodeHorzAlign" val="l"/>
                    </dgm:alg>
                  </dgm:if>
                  <dgm:else name="Name25">
                    <dgm:alg type="lin">
                      <dgm:param type="linDir" val="fromT"/>
                      <dgm:param type="nodeHorzAlign" val="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forEach name="Name26" axis="ch" ptType="node">
                  <dgm:layoutNode name="horz3">
                    <dgm:choose name="Name27">
                      <dgm:if name="Name28" func="var" arg="dir" op="equ" val="norm">
                        <dgm:alg type="lin">
                          <dgm:param type="linDir" val="fromL"/>
                          <dgm:param type="nodeVertAlign" val="t"/>
                        </dgm:alg>
                      </dgm:if>
                      <dgm:else name="Name29">
                        <dgm:alg type="lin">
                          <dgm:param type="linDir" val="fromR"/>
                          <dgm:param type="nodeVertAlign" val="t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layoutNode name="horzSpace3">
                      <dgm:alg type="sp"/>
                      <dgm:shape xmlns:r="http://schemas.openxmlformats.org/officeDocument/2006/relationships" r:blip="">
                        <dgm:adjLst/>
                      </dgm:shape>
                      <dgm:presOf/>
                    </dgm:layoutNode>
                    <dgm:layoutNode name="tx3" styleLbl="revTx">
                      <dgm:alg type="tx">
                        <dgm:param type="parTxLTRAlign" val="l"/>
                        <dgm:param type="parTxRTLAlign" val="r"/>
                        <dgm:param type="txAnchorVert" val="t"/>
                      </dgm:alg>
                      <dgm:shape xmlns:r="http://schemas.openxmlformats.org/officeDocument/2006/relationships" type="rect" r:blip="">
                        <dgm:adjLst/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vert3">
                      <dgm:choose name="Name30">
                        <dgm:if name="Name31" func="var" arg="dir" op="equ" val="norm">
                          <dgm:alg type="lin">
                            <dgm:param type="linDir" val="fromT"/>
                            <dgm:param type="nodeHorzAlign" val="l"/>
                          </dgm:alg>
                        </dgm:if>
                        <dgm:else name="Name32">
                          <dgm:alg type="lin">
                            <dgm:param type="linDir" val="fromT"/>
                            <dgm:param type="nodeHorzAlign" val="r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forEach name="Name33" axis="ch" ptType="node">
                        <dgm:layoutNode name="horz4">
                          <dgm:choose name="Name34">
                            <dgm:if name="Name35" func="var" arg="dir" op="equ" val="norm">
                              <dgm:alg type="lin">
                                <dgm:param type="linDir" val="fromL"/>
                                <dgm:param type="nodeVertAlign" val="t"/>
                              </dgm:alg>
                            </dgm:if>
                            <dgm:else name="Name36">
                              <dgm:alg type="lin">
                                <dgm:param type="linDir" val="fromR"/>
                                <dgm:param type="nodeVertAlign" val="t"/>
                              </dgm:alg>
                            </dgm:else>
                          </dgm:choose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layoutNode name="horzSpace4">
                            <dgm:alg type="sp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</dgm:layoutNode>
                          <dgm:layoutNode name="tx4" styleLbl="revTx">
                            <dgm:varLst>
                              <dgm:bulletEnabled val="1"/>
                            </dgm:varLst>
                            <dgm:alg type="tx">
                              <dgm:param type="parTxLTRAlign" val="l"/>
                              <dgm:param type="parTxRTLAlign" val="r"/>
                              <dgm:param type="txAnchorVert" val="t"/>
                            </dgm:alg>
                            <dgm:shape xmlns:r="http://schemas.openxmlformats.org/officeDocument/2006/relationships" type="rect" r:blip="">
                              <dgm:adjLst/>
                            </dgm:shape>
                            <dgm:presOf axis="desOrSelf" ptType="node"/>
                            <dgm:constrLst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</dgm:layoutNode>
                      </dgm:forEach>
                    </dgm:layoutNode>
                  </dgm:layoutNode>
                  <dgm:forEach name="Name37" axis="followSib" ptType="sibTrans" cnt="1">
                    <dgm:layoutNode name="thinLine3" styleLbl="callout">
                      <dgm:alg type="sp"/>
                      <dgm:shape xmlns:r="http://schemas.openxmlformats.org/officeDocument/2006/relationships" type="line" r:blip="">
                        <dgm:adjLst/>
                      </dgm:shape>
                      <dgm:presOf/>
                    </dgm:layoutNode>
                  </dgm:forEach>
                </dgm:forEach>
              </dgm:layoutNode>
            </dgm:layoutNode>
            <dgm:layoutNode name="thinLine2b" styleLbl="callout">
              <dgm:alg type="sp"/>
              <dgm:shape xmlns:r="http://schemas.openxmlformats.org/officeDocument/2006/relationships" type="line" r:blip="">
                <dgm:adjLst/>
              </dgm:shape>
              <dgm:presOf/>
            </dgm:layoutNode>
            <dgm:layoutNode name="vertSpace2b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forEach>
        </dgm:layoutNode>
      </dgm:layoutNod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>
            <a:extLst>
              <a:ext uri="{FF2B5EF4-FFF2-40B4-BE49-F238E27FC236}">
                <a16:creationId xmlns:a16="http://schemas.microsoft.com/office/drawing/2014/main" id="{748618E9-EE2D-4864-9EEE-58939BD4FB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-6214" y="-1"/>
            <a:ext cx="12214827" cy="6858000"/>
            <a:chOff x="-6214" y="-1"/>
            <a:chExt cx="12214827" cy="6858000"/>
          </a:xfrm>
        </p:grpSpPr>
        <p:cxnSp>
          <p:nvCxnSpPr>
            <p:cNvPr id="8" name="Straight Connector 7">
              <a:extLst>
                <a:ext uri="{FF2B5EF4-FFF2-40B4-BE49-F238E27FC236}">
                  <a16:creationId xmlns:a16="http://schemas.microsoft.com/office/drawing/2014/main" id="{317D1EC0-23FF-4FC8-B22D-E34878EAA4CC}"/>
                </a:ext>
              </a:extLst>
            </p:cNvPr>
            <p:cNvCxnSpPr>
              <a:cxnSpLocks/>
            </p:cNvCxnSpPr>
            <p:nvPr/>
          </p:nvCxnSpPr>
          <p:spPr>
            <a:xfrm>
              <a:off x="-6214" y="6686283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Connector 8">
              <a:extLst>
                <a:ext uri="{FF2B5EF4-FFF2-40B4-BE49-F238E27FC236}">
                  <a16:creationId xmlns:a16="http://schemas.microsoft.com/office/drawing/2014/main" id="{5AB929A7-258C-4469-AAB4-A67D713F7A80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Connector 9">
              <a:extLst>
                <a:ext uri="{FF2B5EF4-FFF2-40B4-BE49-F238E27FC236}">
                  <a16:creationId xmlns:a16="http://schemas.microsoft.com/office/drawing/2014/main" id="{DA635CDB-2D00-49D5-B26E-0694A25000C7}"/>
                </a:ext>
              </a:extLst>
            </p:cNvPr>
            <p:cNvCxnSpPr>
              <a:cxnSpLocks/>
            </p:cNvCxnSpPr>
            <p:nvPr/>
          </p:nvCxnSpPr>
          <p:spPr>
            <a:xfrm>
              <a:off x="1199325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B4288D7A-F857-418D-92F2-368E841B9F27}"/>
                </a:ext>
              </a:extLst>
            </p:cNvPr>
            <p:cNvCxnSpPr>
              <a:cxnSpLocks/>
            </p:cNvCxnSpPr>
            <p:nvPr/>
          </p:nvCxnSpPr>
          <p:spPr>
            <a:xfrm>
              <a:off x="19252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F1084F50-7F3C-4A4A-877E-FFD9EC7CD88B}"/>
                </a:ext>
              </a:extLst>
            </p:cNvPr>
            <p:cNvCxnSpPr>
              <a:cxnSpLocks/>
            </p:cNvCxnSpPr>
            <p:nvPr/>
          </p:nvCxnSpPr>
          <p:spPr>
            <a:xfrm>
              <a:off x="1175922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Connector 12">
              <a:extLst>
                <a:ext uri="{FF2B5EF4-FFF2-40B4-BE49-F238E27FC236}">
                  <a16:creationId xmlns:a16="http://schemas.microsoft.com/office/drawing/2014/main" id="{331E64C1-F4C0-4A94-B319-BB1A0A2450B5}"/>
                </a:ext>
              </a:extLst>
            </p:cNvPr>
            <p:cNvCxnSpPr>
              <a:cxnSpLocks/>
            </p:cNvCxnSpPr>
            <p:nvPr/>
          </p:nvCxnSpPr>
          <p:spPr>
            <a:xfrm>
              <a:off x="2159316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Connector 13">
              <a:extLst>
                <a:ext uri="{FF2B5EF4-FFF2-40B4-BE49-F238E27FC236}">
                  <a16:creationId xmlns:a16="http://schemas.microsoft.com/office/drawing/2014/main" id="{363D8374-8052-417F-AB69-B97EAC43D513}"/>
                </a:ext>
              </a:extLst>
            </p:cNvPr>
            <p:cNvCxnSpPr>
              <a:cxnSpLocks/>
            </p:cNvCxnSpPr>
            <p:nvPr/>
          </p:nvCxnSpPr>
          <p:spPr>
            <a:xfrm>
              <a:off x="3142710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C7750734-4D51-4019-A003-38A3DE49B434}"/>
                </a:ext>
              </a:extLst>
            </p:cNvPr>
            <p:cNvCxnSpPr>
              <a:cxnSpLocks/>
            </p:cNvCxnSpPr>
            <p:nvPr/>
          </p:nvCxnSpPr>
          <p:spPr>
            <a:xfrm>
              <a:off x="4126104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>
              <a:extLst>
                <a:ext uri="{FF2B5EF4-FFF2-40B4-BE49-F238E27FC236}">
                  <a16:creationId xmlns:a16="http://schemas.microsoft.com/office/drawing/2014/main" id="{71B693D1-DBA2-4D3B-9B37-D9EE8C4112F4}"/>
                </a:ext>
              </a:extLst>
            </p:cNvPr>
            <p:cNvCxnSpPr>
              <a:cxnSpLocks/>
            </p:cNvCxnSpPr>
            <p:nvPr/>
          </p:nvCxnSpPr>
          <p:spPr>
            <a:xfrm>
              <a:off x="510949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Connector 16">
              <a:extLst>
                <a:ext uri="{FF2B5EF4-FFF2-40B4-BE49-F238E27FC236}">
                  <a16:creationId xmlns:a16="http://schemas.microsoft.com/office/drawing/2014/main" id="{1BCD3EA8-E4C0-4AF6-817F-F9F29157A499}"/>
                </a:ext>
              </a:extLst>
            </p:cNvPr>
            <p:cNvCxnSpPr>
              <a:cxnSpLocks/>
            </p:cNvCxnSpPr>
            <p:nvPr/>
          </p:nvCxnSpPr>
          <p:spPr>
            <a:xfrm>
              <a:off x="6092892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>
              <a:extLst>
                <a:ext uri="{FF2B5EF4-FFF2-40B4-BE49-F238E27FC236}">
                  <a16:creationId xmlns:a16="http://schemas.microsoft.com/office/drawing/2014/main" id="{7A170FB3-B397-4AC9-85FD-65388F26D90A}"/>
                </a:ext>
              </a:extLst>
            </p:cNvPr>
            <p:cNvCxnSpPr>
              <a:cxnSpLocks/>
            </p:cNvCxnSpPr>
            <p:nvPr/>
          </p:nvCxnSpPr>
          <p:spPr>
            <a:xfrm>
              <a:off x="7076286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>
              <a:extLst>
                <a:ext uri="{FF2B5EF4-FFF2-40B4-BE49-F238E27FC236}">
                  <a16:creationId xmlns:a16="http://schemas.microsoft.com/office/drawing/2014/main" id="{BE5EC0B9-49C7-4777-AEC5-B5EF8DE40498}"/>
                </a:ext>
              </a:extLst>
            </p:cNvPr>
            <p:cNvCxnSpPr>
              <a:cxnSpLocks/>
            </p:cNvCxnSpPr>
            <p:nvPr/>
          </p:nvCxnSpPr>
          <p:spPr>
            <a:xfrm>
              <a:off x="8059680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>
              <a:extLst>
                <a:ext uri="{FF2B5EF4-FFF2-40B4-BE49-F238E27FC236}">
                  <a16:creationId xmlns:a16="http://schemas.microsoft.com/office/drawing/2014/main" id="{7902048B-30F7-4434-87A5-140F9BB4BEB1}"/>
                </a:ext>
              </a:extLst>
            </p:cNvPr>
            <p:cNvCxnSpPr>
              <a:cxnSpLocks/>
            </p:cNvCxnSpPr>
            <p:nvPr/>
          </p:nvCxnSpPr>
          <p:spPr>
            <a:xfrm>
              <a:off x="9043074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>
              <a:extLst>
                <a:ext uri="{FF2B5EF4-FFF2-40B4-BE49-F238E27FC236}">
                  <a16:creationId xmlns:a16="http://schemas.microsoft.com/office/drawing/2014/main" id="{0500A6E2-A41C-4751-8A4E-9A0C5718D930}"/>
                </a:ext>
              </a:extLst>
            </p:cNvPr>
            <p:cNvCxnSpPr>
              <a:cxnSpLocks/>
            </p:cNvCxnSpPr>
            <p:nvPr/>
          </p:nvCxnSpPr>
          <p:spPr>
            <a:xfrm>
              <a:off x="1002646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Connector 21">
              <a:extLst>
                <a:ext uri="{FF2B5EF4-FFF2-40B4-BE49-F238E27FC236}">
                  <a16:creationId xmlns:a16="http://schemas.microsoft.com/office/drawing/2014/main" id="{FC259517-7BE7-45F9-81C0-3A6362BF143C}"/>
                </a:ext>
              </a:extLst>
            </p:cNvPr>
            <p:cNvCxnSpPr>
              <a:cxnSpLocks/>
            </p:cNvCxnSpPr>
            <p:nvPr/>
          </p:nvCxnSpPr>
          <p:spPr>
            <a:xfrm>
              <a:off x="11009862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Connector 22">
              <a:extLst>
                <a:ext uri="{FF2B5EF4-FFF2-40B4-BE49-F238E27FC236}">
                  <a16:creationId xmlns:a16="http://schemas.microsoft.com/office/drawing/2014/main" id="{90652F56-7B71-42B2-AB68-22204A6DF177}"/>
                </a:ext>
              </a:extLst>
            </p:cNvPr>
            <p:cNvCxnSpPr>
              <a:cxnSpLocks/>
            </p:cNvCxnSpPr>
            <p:nvPr/>
          </p:nvCxnSpPr>
          <p:spPr>
            <a:xfrm>
              <a:off x="12185786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Straight Connector 23">
              <a:extLst>
                <a:ext uri="{FF2B5EF4-FFF2-40B4-BE49-F238E27FC236}">
                  <a16:creationId xmlns:a16="http://schemas.microsoft.com/office/drawing/2014/main" id="{1059830E-1C3D-4D42-8789-524971CB4657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171716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Straight Connector 24">
              <a:extLst>
                <a:ext uri="{FF2B5EF4-FFF2-40B4-BE49-F238E27FC236}">
                  <a16:creationId xmlns:a16="http://schemas.microsoft.com/office/drawing/2014/main" id="{B53325A7-86D3-4B52-A7E3-ADDF408B4067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714597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Straight Connector 25">
              <a:extLst>
                <a:ext uri="{FF2B5EF4-FFF2-40B4-BE49-F238E27FC236}">
                  <a16:creationId xmlns:a16="http://schemas.microsoft.com/office/drawing/2014/main" id="{6D53F46F-EC12-484C-A4E7-791E57687AC1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1257478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Straight Connector 26">
              <a:extLst>
                <a:ext uri="{FF2B5EF4-FFF2-40B4-BE49-F238E27FC236}">
                  <a16:creationId xmlns:a16="http://schemas.microsoft.com/office/drawing/2014/main" id="{464ED9CA-8950-47B8-A9ED-22B45CE15FBC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1800359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Straight Connector 27">
              <a:extLst>
                <a:ext uri="{FF2B5EF4-FFF2-40B4-BE49-F238E27FC236}">
                  <a16:creationId xmlns:a16="http://schemas.microsoft.com/office/drawing/2014/main" id="{E4429F7B-9FD7-438F-8ECA-3FCAD0061805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2343240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Straight Connector 28">
              <a:extLst>
                <a:ext uri="{FF2B5EF4-FFF2-40B4-BE49-F238E27FC236}">
                  <a16:creationId xmlns:a16="http://schemas.microsoft.com/office/drawing/2014/main" id="{0C558100-D455-4B41-890C-BCC898B2D165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2886121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Straight Connector 29">
              <a:extLst>
                <a:ext uri="{FF2B5EF4-FFF2-40B4-BE49-F238E27FC236}">
                  <a16:creationId xmlns:a16="http://schemas.microsoft.com/office/drawing/2014/main" id="{F2886397-398A-4318-BE16-2CBAC1902F9E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3429002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Straight Connector 30">
              <a:extLst>
                <a:ext uri="{FF2B5EF4-FFF2-40B4-BE49-F238E27FC236}">
                  <a16:creationId xmlns:a16="http://schemas.microsoft.com/office/drawing/2014/main" id="{7D32A3A6-CE6E-4ABD-8522-2C8DC88C070E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3971883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Straight Connector 31">
              <a:extLst>
                <a:ext uri="{FF2B5EF4-FFF2-40B4-BE49-F238E27FC236}">
                  <a16:creationId xmlns:a16="http://schemas.microsoft.com/office/drawing/2014/main" id="{F9014C09-5B84-4798-8BDE-C80D76E67B8E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4514764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Straight Connector 32">
              <a:extLst>
                <a:ext uri="{FF2B5EF4-FFF2-40B4-BE49-F238E27FC236}">
                  <a16:creationId xmlns:a16="http://schemas.microsoft.com/office/drawing/2014/main" id="{2A29EB9E-ED9D-4C69-8A26-9A7A0A830569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5057645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Straight Connector 33">
              <a:extLst>
                <a:ext uri="{FF2B5EF4-FFF2-40B4-BE49-F238E27FC236}">
                  <a16:creationId xmlns:a16="http://schemas.microsoft.com/office/drawing/2014/main" id="{AA2899F9-1795-416F-8F3D-26EEB684DB6A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5600526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Straight Connector 34">
              <a:extLst>
                <a:ext uri="{FF2B5EF4-FFF2-40B4-BE49-F238E27FC236}">
                  <a16:creationId xmlns:a16="http://schemas.microsoft.com/office/drawing/2014/main" id="{E3043474-8625-495C-BD06-3627FD286C55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6857999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Straight Connector 35">
              <a:extLst>
                <a:ext uri="{FF2B5EF4-FFF2-40B4-BE49-F238E27FC236}">
                  <a16:creationId xmlns:a16="http://schemas.microsoft.com/office/drawing/2014/main" id="{D432CE47-7631-408E-8DDC-79EE378B707B}"/>
                </a:ext>
              </a:extLst>
            </p:cNvPr>
            <p:cNvCxnSpPr>
              <a:cxnSpLocks/>
            </p:cNvCxnSpPr>
            <p:nvPr/>
          </p:nvCxnSpPr>
          <p:spPr>
            <a:xfrm>
              <a:off x="16613" y="6143407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Straight Connector 36">
              <a:extLst>
                <a:ext uri="{FF2B5EF4-FFF2-40B4-BE49-F238E27FC236}">
                  <a16:creationId xmlns:a16="http://schemas.microsoft.com/office/drawing/2014/main" id="{B2C8832D-8B8D-4036-B913-2D363143274B}"/>
                </a:ext>
              </a:extLst>
            </p:cNvPr>
            <p:cNvCxnSpPr>
              <a:cxnSpLocks/>
            </p:cNvCxnSpPr>
            <p:nvPr/>
          </p:nvCxnSpPr>
          <p:spPr>
            <a:xfrm>
              <a:off x="684225" y="171716"/>
              <a:ext cx="0" cy="6511464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" name="Straight Connector 37">
              <a:extLst>
                <a:ext uri="{FF2B5EF4-FFF2-40B4-BE49-F238E27FC236}">
                  <a16:creationId xmlns:a16="http://schemas.microsoft.com/office/drawing/2014/main" id="{1CCEFEAF-E87B-4FF2-A947-94CABAA0610D}"/>
                </a:ext>
              </a:extLst>
            </p:cNvPr>
            <p:cNvCxnSpPr>
              <a:cxnSpLocks/>
            </p:cNvCxnSpPr>
            <p:nvPr/>
          </p:nvCxnSpPr>
          <p:spPr>
            <a:xfrm>
              <a:off x="11508412" y="173267"/>
              <a:ext cx="0" cy="6511464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343A7CD3-94E1-42A9-BAB7-2AFCD9FCBD1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91078" y="722903"/>
            <a:ext cx="10495904" cy="2460770"/>
          </a:xfrm>
        </p:spPr>
        <p:txBody>
          <a:bodyPr anchor="b">
            <a:normAutofit/>
          </a:bodyPr>
          <a:lstStyle>
            <a:lvl1pPr algn="l"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467609B-8FD3-4FF7-8EBC-6619CA868B3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91078" y="3428997"/>
            <a:ext cx="10495904" cy="2306639"/>
          </a:xfrm>
        </p:spPr>
        <p:txBody>
          <a:bodyPr/>
          <a:lstStyle>
            <a:lvl1pPr marL="0" indent="0" algn="l">
              <a:buNone/>
              <a:defRPr sz="2400">
                <a:solidFill>
                  <a:schemeClr val="tx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39" name="Right Triangle 38">
            <a:extLst>
              <a:ext uri="{FF2B5EF4-FFF2-40B4-BE49-F238E27FC236}">
                <a16:creationId xmlns:a16="http://schemas.microsoft.com/office/drawing/2014/main" id="{2437C4A8-8E3A-4ADA-93B9-64737CE1ABB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rot="13500000">
            <a:off x="-281093" y="2607907"/>
            <a:ext cx="568289" cy="568289"/>
          </a:xfrm>
          <a:prstGeom prst="rtTriangle">
            <a:avLst/>
          </a:prstGeom>
          <a:solidFill>
            <a:schemeClr val="accent1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CC7A76F-3401-4F50-AE85-8F2AA247B9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72BA41-EC5B-4197-BCC8-0FD2E523CD7A}" type="datetimeFigureOut">
              <a:rPr lang="en-US" smtClean="0"/>
              <a:t>11/21/2024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EF02E50-D34E-4DD4-8B3B-55D08F25F5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91078" y="236364"/>
            <a:ext cx="4114800" cy="417126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7B53B71-D2FA-4DDC-9C9C-E26F7B591A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15108C-154A-4A5A-9C05-91A49A422BA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6675562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0D8D6B-70A2-430A-9F5D-DA093D8C16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94A2845-6CA6-4745-A951-25B8D5319D8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A049424-7A20-4BA1-9F60-671A5DBB3B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72BA41-EC5B-4197-BCC8-0FD2E523CD7A}" type="datetimeFigureOut">
              <a:rPr lang="en-US" smtClean="0"/>
              <a:t>11/21/2024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F1BD2B2-E17F-402E-8EA3-5C7C1118A8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0D23070-8658-4AC0-B2A3-4BE605A840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15108C-154A-4A5A-9C05-91A49A422BA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914804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>
            <a:extLst>
              <a:ext uri="{FF2B5EF4-FFF2-40B4-BE49-F238E27FC236}">
                <a16:creationId xmlns:a16="http://schemas.microsoft.com/office/drawing/2014/main" id="{A69DB7AC-F7D7-430A-A2A7-CD3EBBF1D3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-6214" y="-1"/>
            <a:ext cx="12214827" cy="6858000"/>
            <a:chOff x="-6214" y="-1"/>
            <a:chExt cx="12214827" cy="6858000"/>
          </a:xfrm>
        </p:grpSpPr>
        <p:cxnSp>
          <p:nvCxnSpPr>
            <p:cNvPr id="8" name="Straight Connector 7">
              <a:extLst>
                <a:ext uri="{FF2B5EF4-FFF2-40B4-BE49-F238E27FC236}">
                  <a16:creationId xmlns:a16="http://schemas.microsoft.com/office/drawing/2014/main" id="{66AAF10E-F092-4160-BF4A-FF568555B790}"/>
                </a:ext>
              </a:extLst>
            </p:cNvPr>
            <p:cNvCxnSpPr>
              <a:cxnSpLocks/>
            </p:cNvCxnSpPr>
            <p:nvPr/>
          </p:nvCxnSpPr>
          <p:spPr>
            <a:xfrm>
              <a:off x="-6214" y="6686283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Connector 8">
              <a:extLst>
                <a:ext uri="{FF2B5EF4-FFF2-40B4-BE49-F238E27FC236}">
                  <a16:creationId xmlns:a16="http://schemas.microsoft.com/office/drawing/2014/main" id="{36341C04-9B94-4385-A661-7B8C17000497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Connector 9">
              <a:extLst>
                <a:ext uri="{FF2B5EF4-FFF2-40B4-BE49-F238E27FC236}">
                  <a16:creationId xmlns:a16="http://schemas.microsoft.com/office/drawing/2014/main" id="{F4C1D709-6A0F-409C-B2D0-C248E562265E}"/>
                </a:ext>
              </a:extLst>
            </p:cNvPr>
            <p:cNvCxnSpPr>
              <a:cxnSpLocks/>
            </p:cNvCxnSpPr>
            <p:nvPr/>
          </p:nvCxnSpPr>
          <p:spPr>
            <a:xfrm>
              <a:off x="1199325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B999BE53-BA11-4B67-BFBB-6281DB50C75D}"/>
                </a:ext>
              </a:extLst>
            </p:cNvPr>
            <p:cNvCxnSpPr>
              <a:cxnSpLocks/>
            </p:cNvCxnSpPr>
            <p:nvPr/>
          </p:nvCxnSpPr>
          <p:spPr>
            <a:xfrm>
              <a:off x="19252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9B662D93-31C1-4DFB-A938-E631F89AA9F0}"/>
                </a:ext>
              </a:extLst>
            </p:cNvPr>
            <p:cNvCxnSpPr>
              <a:cxnSpLocks/>
            </p:cNvCxnSpPr>
            <p:nvPr/>
          </p:nvCxnSpPr>
          <p:spPr>
            <a:xfrm>
              <a:off x="1175922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Connector 12">
              <a:extLst>
                <a:ext uri="{FF2B5EF4-FFF2-40B4-BE49-F238E27FC236}">
                  <a16:creationId xmlns:a16="http://schemas.microsoft.com/office/drawing/2014/main" id="{97ECC8DA-0BEC-4508-89D4-12FA35B481F5}"/>
                </a:ext>
              </a:extLst>
            </p:cNvPr>
            <p:cNvCxnSpPr>
              <a:cxnSpLocks/>
            </p:cNvCxnSpPr>
            <p:nvPr/>
          </p:nvCxnSpPr>
          <p:spPr>
            <a:xfrm>
              <a:off x="2159316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Connector 13">
              <a:extLst>
                <a:ext uri="{FF2B5EF4-FFF2-40B4-BE49-F238E27FC236}">
                  <a16:creationId xmlns:a16="http://schemas.microsoft.com/office/drawing/2014/main" id="{67DC8E6C-1B78-4B89-82DD-BBA778CD1482}"/>
                </a:ext>
              </a:extLst>
            </p:cNvPr>
            <p:cNvCxnSpPr>
              <a:cxnSpLocks/>
            </p:cNvCxnSpPr>
            <p:nvPr/>
          </p:nvCxnSpPr>
          <p:spPr>
            <a:xfrm>
              <a:off x="3142710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28E5F54A-0315-4B15-B865-1F0460526260}"/>
                </a:ext>
              </a:extLst>
            </p:cNvPr>
            <p:cNvCxnSpPr>
              <a:cxnSpLocks/>
            </p:cNvCxnSpPr>
            <p:nvPr/>
          </p:nvCxnSpPr>
          <p:spPr>
            <a:xfrm>
              <a:off x="4126104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>
              <a:extLst>
                <a:ext uri="{FF2B5EF4-FFF2-40B4-BE49-F238E27FC236}">
                  <a16:creationId xmlns:a16="http://schemas.microsoft.com/office/drawing/2014/main" id="{4DD7F352-DE39-4835-8D3F-69CDEC490F1E}"/>
                </a:ext>
              </a:extLst>
            </p:cNvPr>
            <p:cNvCxnSpPr>
              <a:cxnSpLocks/>
            </p:cNvCxnSpPr>
            <p:nvPr/>
          </p:nvCxnSpPr>
          <p:spPr>
            <a:xfrm>
              <a:off x="510949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Connector 16">
              <a:extLst>
                <a:ext uri="{FF2B5EF4-FFF2-40B4-BE49-F238E27FC236}">
                  <a16:creationId xmlns:a16="http://schemas.microsoft.com/office/drawing/2014/main" id="{49D6F20A-F777-4F41-B23B-735A64FA5DA3}"/>
                </a:ext>
              </a:extLst>
            </p:cNvPr>
            <p:cNvCxnSpPr>
              <a:cxnSpLocks/>
            </p:cNvCxnSpPr>
            <p:nvPr/>
          </p:nvCxnSpPr>
          <p:spPr>
            <a:xfrm>
              <a:off x="6092892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>
              <a:extLst>
                <a:ext uri="{FF2B5EF4-FFF2-40B4-BE49-F238E27FC236}">
                  <a16:creationId xmlns:a16="http://schemas.microsoft.com/office/drawing/2014/main" id="{21BBADBA-0F74-418B-BC50-AD44596C3EF8}"/>
                </a:ext>
              </a:extLst>
            </p:cNvPr>
            <p:cNvCxnSpPr>
              <a:cxnSpLocks/>
            </p:cNvCxnSpPr>
            <p:nvPr/>
          </p:nvCxnSpPr>
          <p:spPr>
            <a:xfrm>
              <a:off x="7076286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>
              <a:extLst>
                <a:ext uri="{FF2B5EF4-FFF2-40B4-BE49-F238E27FC236}">
                  <a16:creationId xmlns:a16="http://schemas.microsoft.com/office/drawing/2014/main" id="{3918BE26-88E5-457C-8095-745F34D15366}"/>
                </a:ext>
              </a:extLst>
            </p:cNvPr>
            <p:cNvCxnSpPr>
              <a:cxnSpLocks/>
            </p:cNvCxnSpPr>
            <p:nvPr/>
          </p:nvCxnSpPr>
          <p:spPr>
            <a:xfrm>
              <a:off x="8059680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>
              <a:extLst>
                <a:ext uri="{FF2B5EF4-FFF2-40B4-BE49-F238E27FC236}">
                  <a16:creationId xmlns:a16="http://schemas.microsoft.com/office/drawing/2014/main" id="{4FB269E0-E058-4340-B93D-7D40FFF521F3}"/>
                </a:ext>
              </a:extLst>
            </p:cNvPr>
            <p:cNvCxnSpPr>
              <a:cxnSpLocks/>
            </p:cNvCxnSpPr>
            <p:nvPr/>
          </p:nvCxnSpPr>
          <p:spPr>
            <a:xfrm>
              <a:off x="9043074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>
              <a:extLst>
                <a:ext uri="{FF2B5EF4-FFF2-40B4-BE49-F238E27FC236}">
                  <a16:creationId xmlns:a16="http://schemas.microsoft.com/office/drawing/2014/main" id="{EDDD9AEE-5501-4385-B339-4616F567B53D}"/>
                </a:ext>
              </a:extLst>
            </p:cNvPr>
            <p:cNvCxnSpPr>
              <a:cxnSpLocks/>
            </p:cNvCxnSpPr>
            <p:nvPr/>
          </p:nvCxnSpPr>
          <p:spPr>
            <a:xfrm>
              <a:off x="1002646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Connector 21">
              <a:extLst>
                <a:ext uri="{FF2B5EF4-FFF2-40B4-BE49-F238E27FC236}">
                  <a16:creationId xmlns:a16="http://schemas.microsoft.com/office/drawing/2014/main" id="{84D29C61-8926-4C98-882B-AB90108C8386}"/>
                </a:ext>
              </a:extLst>
            </p:cNvPr>
            <p:cNvCxnSpPr>
              <a:cxnSpLocks/>
            </p:cNvCxnSpPr>
            <p:nvPr/>
          </p:nvCxnSpPr>
          <p:spPr>
            <a:xfrm>
              <a:off x="11009862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Connector 22">
              <a:extLst>
                <a:ext uri="{FF2B5EF4-FFF2-40B4-BE49-F238E27FC236}">
                  <a16:creationId xmlns:a16="http://schemas.microsoft.com/office/drawing/2014/main" id="{CAC585F9-B633-4F7E-AADE-75079DC17158}"/>
                </a:ext>
              </a:extLst>
            </p:cNvPr>
            <p:cNvCxnSpPr>
              <a:cxnSpLocks/>
            </p:cNvCxnSpPr>
            <p:nvPr/>
          </p:nvCxnSpPr>
          <p:spPr>
            <a:xfrm>
              <a:off x="12185786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Straight Connector 23">
              <a:extLst>
                <a:ext uri="{FF2B5EF4-FFF2-40B4-BE49-F238E27FC236}">
                  <a16:creationId xmlns:a16="http://schemas.microsoft.com/office/drawing/2014/main" id="{E5DC6366-5525-4FBC-9886-D4409F6B2993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171716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Straight Connector 24">
              <a:extLst>
                <a:ext uri="{FF2B5EF4-FFF2-40B4-BE49-F238E27FC236}">
                  <a16:creationId xmlns:a16="http://schemas.microsoft.com/office/drawing/2014/main" id="{7CC03CF9-098C-4140-806A-023D3DC3F2E3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714597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Straight Connector 25">
              <a:extLst>
                <a:ext uri="{FF2B5EF4-FFF2-40B4-BE49-F238E27FC236}">
                  <a16:creationId xmlns:a16="http://schemas.microsoft.com/office/drawing/2014/main" id="{D9C41BC4-89DF-4EC4-A141-9EF16D8EEB5B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1257478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Straight Connector 26">
              <a:extLst>
                <a:ext uri="{FF2B5EF4-FFF2-40B4-BE49-F238E27FC236}">
                  <a16:creationId xmlns:a16="http://schemas.microsoft.com/office/drawing/2014/main" id="{432AD067-E64C-499E-9C0A-A72525874417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1800359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Straight Connector 27">
              <a:extLst>
                <a:ext uri="{FF2B5EF4-FFF2-40B4-BE49-F238E27FC236}">
                  <a16:creationId xmlns:a16="http://schemas.microsoft.com/office/drawing/2014/main" id="{6653DD54-FA2B-4B91-A94E-3C46AE21B385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2343240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Straight Connector 28">
              <a:extLst>
                <a:ext uri="{FF2B5EF4-FFF2-40B4-BE49-F238E27FC236}">
                  <a16:creationId xmlns:a16="http://schemas.microsoft.com/office/drawing/2014/main" id="{586AC204-156B-442E-B028-01036BD1F267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2886121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Straight Connector 29">
              <a:extLst>
                <a:ext uri="{FF2B5EF4-FFF2-40B4-BE49-F238E27FC236}">
                  <a16:creationId xmlns:a16="http://schemas.microsoft.com/office/drawing/2014/main" id="{303512DE-F013-431A-9F6E-ADDA88FB2DD5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3429002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Straight Connector 30">
              <a:extLst>
                <a:ext uri="{FF2B5EF4-FFF2-40B4-BE49-F238E27FC236}">
                  <a16:creationId xmlns:a16="http://schemas.microsoft.com/office/drawing/2014/main" id="{8E95FEE1-61A9-4065-B9F8-5589180AC62B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3971883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Straight Connector 31">
              <a:extLst>
                <a:ext uri="{FF2B5EF4-FFF2-40B4-BE49-F238E27FC236}">
                  <a16:creationId xmlns:a16="http://schemas.microsoft.com/office/drawing/2014/main" id="{5028AA59-C1FA-46C0-BFDD-1C1D3404C81C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4514764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Straight Connector 32">
              <a:extLst>
                <a:ext uri="{FF2B5EF4-FFF2-40B4-BE49-F238E27FC236}">
                  <a16:creationId xmlns:a16="http://schemas.microsoft.com/office/drawing/2014/main" id="{0A5C99EE-B791-470A-8639-0357A751EB43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5057645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Straight Connector 33">
              <a:extLst>
                <a:ext uri="{FF2B5EF4-FFF2-40B4-BE49-F238E27FC236}">
                  <a16:creationId xmlns:a16="http://schemas.microsoft.com/office/drawing/2014/main" id="{454F4204-F48B-4AF5-B11E-0CE7D972AC37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5600526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Straight Connector 34">
              <a:extLst>
                <a:ext uri="{FF2B5EF4-FFF2-40B4-BE49-F238E27FC236}">
                  <a16:creationId xmlns:a16="http://schemas.microsoft.com/office/drawing/2014/main" id="{076643FE-3966-4B82-9623-C61A56EDD20C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6857999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Straight Connector 35">
              <a:extLst>
                <a:ext uri="{FF2B5EF4-FFF2-40B4-BE49-F238E27FC236}">
                  <a16:creationId xmlns:a16="http://schemas.microsoft.com/office/drawing/2014/main" id="{2DD769C5-B1B1-45BD-A40A-67E6568C8434}"/>
                </a:ext>
              </a:extLst>
            </p:cNvPr>
            <p:cNvCxnSpPr>
              <a:cxnSpLocks/>
            </p:cNvCxnSpPr>
            <p:nvPr/>
          </p:nvCxnSpPr>
          <p:spPr>
            <a:xfrm>
              <a:off x="16613" y="6143407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Straight Connector 36">
              <a:extLst>
                <a:ext uri="{FF2B5EF4-FFF2-40B4-BE49-F238E27FC236}">
                  <a16:creationId xmlns:a16="http://schemas.microsoft.com/office/drawing/2014/main" id="{2A511707-50C7-48B2-81F7-5C82BF57795C}"/>
                </a:ext>
              </a:extLst>
            </p:cNvPr>
            <p:cNvCxnSpPr>
              <a:cxnSpLocks/>
            </p:cNvCxnSpPr>
            <p:nvPr/>
          </p:nvCxnSpPr>
          <p:spPr>
            <a:xfrm>
              <a:off x="684225" y="171716"/>
              <a:ext cx="0" cy="6511464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" name="Straight Connector 37">
              <a:extLst>
                <a:ext uri="{FF2B5EF4-FFF2-40B4-BE49-F238E27FC236}">
                  <a16:creationId xmlns:a16="http://schemas.microsoft.com/office/drawing/2014/main" id="{838D44F3-CCFE-48A0-8414-FFF5E43D9184}"/>
                </a:ext>
              </a:extLst>
            </p:cNvPr>
            <p:cNvCxnSpPr>
              <a:cxnSpLocks/>
            </p:cNvCxnSpPr>
            <p:nvPr/>
          </p:nvCxnSpPr>
          <p:spPr>
            <a:xfrm>
              <a:off x="11508412" y="173267"/>
              <a:ext cx="0" cy="6511464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2D126FE0-8204-40BB-AD46-4A0C7A4751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1078" y="718115"/>
            <a:ext cx="10312571" cy="2781501"/>
          </a:xfrm>
        </p:spPr>
        <p:txBody>
          <a:bodyPr anchor="b">
            <a:normAutofit/>
          </a:bodyPr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B25E350-4200-419C-A167-527DD6B7779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91078" y="3753350"/>
            <a:ext cx="10312571" cy="1991572"/>
          </a:xfrm>
        </p:spPr>
        <p:txBody>
          <a:bodyPr/>
          <a:lstStyle>
            <a:lvl1pPr marL="0" indent="0">
              <a:buNone/>
              <a:defRPr lang="en-US" sz="24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9" name="Right Triangle 38">
            <a:extLst>
              <a:ext uri="{FF2B5EF4-FFF2-40B4-BE49-F238E27FC236}">
                <a16:creationId xmlns:a16="http://schemas.microsoft.com/office/drawing/2014/main" id="{6741F519-22CF-4C01-B140-5480DBAB30F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rot="13500000">
            <a:off x="-281093" y="2607907"/>
            <a:ext cx="568289" cy="568289"/>
          </a:xfrm>
          <a:prstGeom prst="rtTriangle">
            <a:avLst/>
          </a:prstGeom>
          <a:solidFill>
            <a:schemeClr val="accent1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05D1550-9064-4767-B70A-3501AF956C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72BA41-EC5B-4197-BCC8-0FD2E523CD7A}" type="datetimeFigureOut">
              <a:rPr lang="en-US" smtClean="0"/>
              <a:t>11/21/2024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81E1C33-2E8E-4041-9683-12048CB8AB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2D36992-B921-4F3F-9C4A-0D67E618D1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15108C-154A-4A5A-9C05-91A49A422BA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133614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ACFDF5-4B31-4F1B-83BA-82A9510379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1078" y="722903"/>
            <a:ext cx="10312571" cy="1354844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14EC9A6-F718-4497-8A75-637EE17458E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91078" y="2345843"/>
            <a:ext cx="5009584" cy="327437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D503E57-9695-4508-9778-B3DB1FB5FAB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935075" y="2345843"/>
            <a:ext cx="5068574" cy="327437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474CEE6-B9DC-4CCC-8F4C-0B4DADFB01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72BA41-EC5B-4197-BCC8-0FD2E523CD7A}" type="datetimeFigureOut">
              <a:rPr lang="en-US" smtClean="0"/>
              <a:t>11/21/2024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AC85191-5804-47C9-95EB-D49D715737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D6B0A03-44F6-4299-B45D-E07A023906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15108C-154A-4A5A-9C05-91A49A422BA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5210124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6920E6-CC97-4BD8-92FE-8F36024D0E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1078" y="722900"/>
            <a:ext cx="10320062" cy="140750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73872FB-EDD5-42FB-8A9A-279EAD4FB0D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91078" y="2331481"/>
            <a:ext cx="4963444" cy="540072"/>
          </a:xfrm>
        </p:spPr>
        <p:txBody>
          <a:bodyPr anchor="b"/>
          <a:lstStyle>
            <a:lvl1pPr marL="0" indent="0">
              <a:buNone/>
              <a:defRPr sz="2400" b="0" i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45F28C1-95C8-476A-8D93-D580DD39D8F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91078" y="2954564"/>
            <a:ext cx="4963444" cy="279035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4315485-EE1A-41B0-873A-BA9D06E88BF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03351" y="2331481"/>
            <a:ext cx="4900298" cy="540072"/>
          </a:xfrm>
        </p:spPr>
        <p:txBody>
          <a:bodyPr anchor="b"/>
          <a:lstStyle>
            <a:lvl1pPr marL="0" indent="0">
              <a:buNone/>
              <a:defRPr sz="2400" b="0" i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581A6FB-1583-4A1B-A4A7-C65062C57B7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03351" y="2954564"/>
            <a:ext cx="4900298" cy="279035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3A29EA7-E61E-4617-9DA9-40B9299B328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83587" y="6215870"/>
            <a:ext cx="3843779" cy="417126"/>
          </a:xfrm>
        </p:spPr>
        <p:txBody>
          <a:bodyPr/>
          <a:lstStyle/>
          <a:p>
            <a:fld id="{8F72BA41-EC5B-4197-BCC8-0FD2E523CD7A}" type="datetimeFigureOut">
              <a:rPr lang="en-US" smtClean="0"/>
              <a:t>11/21/2024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56249CC-EB72-46A6-87D9-5FBDA8E450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91078" y="236364"/>
            <a:ext cx="4114800" cy="417126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AA04EE7-47BE-4ECE-A170-793C4E5695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15108C-154A-4A5A-9C05-91A49A422BA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2180907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EE4946-24AD-40DD-95A7-49BA49C227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1078" y="722903"/>
            <a:ext cx="10501177" cy="1401231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D8CF342-49F6-482D-943E-7E50B1694A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72BA41-EC5B-4197-BCC8-0FD2E523CD7A}" type="datetimeFigureOut">
              <a:rPr lang="en-US" smtClean="0"/>
              <a:t>11/21/2024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64033E5-3797-4FF8-866F-9FD9325A9F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91078" y="236364"/>
            <a:ext cx="4114800" cy="417126"/>
          </a:xfrm>
        </p:spPr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6DC1E67-424D-4638-98F8-38E71A4100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15108C-154A-4A5A-9C05-91A49A422BA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7647739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4">
            <a:extLst>
              <a:ext uri="{FF2B5EF4-FFF2-40B4-BE49-F238E27FC236}">
                <a16:creationId xmlns:a16="http://schemas.microsoft.com/office/drawing/2014/main" id="{45BED274-5EB4-4EF4-B353-E55BD502655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-6214" y="-1"/>
            <a:ext cx="12214827" cy="6858000"/>
            <a:chOff x="-6214" y="-1"/>
            <a:chExt cx="12214827" cy="6858000"/>
          </a:xfrm>
        </p:grpSpPr>
        <p:cxnSp>
          <p:nvCxnSpPr>
            <p:cNvPr id="6" name="Straight Connector 5">
              <a:extLst>
                <a:ext uri="{FF2B5EF4-FFF2-40B4-BE49-F238E27FC236}">
                  <a16:creationId xmlns:a16="http://schemas.microsoft.com/office/drawing/2014/main" id="{E0418BE5-560E-4E49-B12D-B555511FED72}"/>
                </a:ext>
              </a:extLst>
            </p:cNvPr>
            <p:cNvCxnSpPr>
              <a:cxnSpLocks/>
            </p:cNvCxnSpPr>
            <p:nvPr/>
          </p:nvCxnSpPr>
          <p:spPr>
            <a:xfrm>
              <a:off x="-6214" y="6686283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" name="Straight Connector 6">
              <a:extLst>
                <a:ext uri="{FF2B5EF4-FFF2-40B4-BE49-F238E27FC236}">
                  <a16:creationId xmlns:a16="http://schemas.microsoft.com/office/drawing/2014/main" id="{849D1162-73B9-420F-BCBE-95039D00CD24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" name="Straight Connector 7">
              <a:extLst>
                <a:ext uri="{FF2B5EF4-FFF2-40B4-BE49-F238E27FC236}">
                  <a16:creationId xmlns:a16="http://schemas.microsoft.com/office/drawing/2014/main" id="{92BA76FE-316A-48E2-A03B-4E05691C4348}"/>
                </a:ext>
              </a:extLst>
            </p:cNvPr>
            <p:cNvCxnSpPr>
              <a:cxnSpLocks/>
            </p:cNvCxnSpPr>
            <p:nvPr/>
          </p:nvCxnSpPr>
          <p:spPr>
            <a:xfrm>
              <a:off x="1199325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Connector 8">
              <a:extLst>
                <a:ext uri="{FF2B5EF4-FFF2-40B4-BE49-F238E27FC236}">
                  <a16:creationId xmlns:a16="http://schemas.microsoft.com/office/drawing/2014/main" id="{0E678FBC-A6AD-4422-BA24-A4172F8862CA}"/>
                </a:ext>
              </a:extLst>
            </p:cNvPr>
            <p:cNvCxnSpPr>
              <a:cxnSpLocks/>
            </p:cNvCxnSpPr>
            <p:nvPr/>
          </p:nvCxnSpPr>
          <p:spPr>
            <a:xfrm>
              <a:off x="19252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Connector 9">
              <a:extLst>
                <a:ext uri="{FF2B5EF4-FFF2-40B4-BE49-F238E27FC236}">
                  <a16:creationId xmlns:a16="http://schemas.microsoft.com/office/drawing/2014/main" id="{DD3C5C3E-2D08-43F0-AFAC-E15360CA7D34}"/>
                </a:ext>
              </a:extLst>
            </p:cNvPr>
            <p:cNvCxnSpPr>
              <a:cxnSpLocks/>
            </p:cNvCxnSpPr>
            <p:nvPr/>
          </p:nvCxnSpPr>
          <p:spPr>
            <a:xfrm>
              <a:off x="1175922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E0BEAC62-AF92-4A65-9790-6F6E0C6C5A1F}"/>
                </a:ext>
              </a:extLst>
            </p:cNvPr>
            <p:cNvCxnSpPr>
              <a:cxnSpLocks/>
            </p:cNvCxnSpPr>
            <p:nvPr/>
          </p:nvCxnSpPr>
          <p:spPr>
            <a:xfrm>
              <a:off x="2159316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3C77D7C5-E76E-4E82-BFC4-9A75D2C8089D}"/>
                </a:ext>
              </a:extLst>
            </p:cNvPr>
            <p:cNvCxnSpPr>
              <a:cxnSpLocks/>
            </p:cNvCxnSpPr>
            <p:nvPr/>
          </p:nvCxnSpPr>
          <p:spPr>
            <a:xfrm>
              <a:off x="3142710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Connector 12">
              <a:extLst>
                <a:ext uri="{FF2B5EF4-FFF2-40B4-BE49-F238E27FC236}">
                  <a16:creationId xmlns:a16="http://schemas.microsoft.com/office/drawing/2014/main" id="{C66E0152-96B9-4067-80D3-D9BDE6D7EC95}"/>
                </a:ext>
              </a:extLst>
            </p:cNvPr>
            <p:cNvCxnSpPr>
              <a:cxnSpLocks/>
            </p:cNvCxnSpPr>
            <p:nvPr/>
          </p:nvCxnSpPr>
          <p:spPr>
            <a:xfrm>
              <a:off x="4126104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Connector 13">
              <a:extLst>
                <a:ext uri="{FF2B5EF4-FFF2-40B4-BE49-F238E27FC236}">
                  <a16:creationId xmlns:a16="http://schemas.microsoft.com/office/drawing/2014/main" id="{0918AFCC-B9DA-4092-8FBA-2CFEDB0388E3}"/>
                </a:ext>
              </a:extLst>
            </p:cNvPr>
            <p:cNvCxnSpPr>
              <a:cxnSpLocks/>
            </p:cNvCxnSpPr>
            <p:nvPr/>
          </p:nvCxnSpPr>
          <p:spPr>
            <a:xfrm>
              <a:off x="510949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91EC7D33-C87E-4812-A722-53C5D99272B5}"/>
                </a:ext>
              </a:extLst>
            </p:cNvPr>
            <p:cNvCxnSpPr>
              <a:cxnSpLocks/>
            </p:cNvCxnSpPr>
            <p:nvPr/>
          </p:nvCxnSpPr>
          <p:spPr>
            <a:xfrm>
              <a:off x="6092892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>
              <a:extLst>
                <a:ext uri="{FF2B5EF4-FFF2-40B4-BE49-F238E27FC236}">
                  <a16:creationId xmlns:a16="http://schemas.microsoft.com/office/drawing/2014/main" id="{95F239E3-501A-4C3C-9BE4-6BFA0D3126B7}"/>
                </a:ext>
              </a:extLst>
            </p:cNvPr>
            <p:cNvCxnSpPr>
              <a:cxnSpLocks/>
            </p:cNvCxnSpPr>
            <p:nvPr/>
          </p:nvCxnSpPr>
          <p:spPr>
            <a:xfrm>
              <a:off x="7076286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Connector 16">
              <a:extLst>
                <a:ext uri="{FF2B5EF4-FFF2-40B4-BE49-F238E27FC236}">
                  <a16:creationId xmlns:a16="http://schemas.microsoft.com/office/drawing/2014/main" id="{9B62BF3B-95BB-4188-AAE5-015A0EF3D186}"/>
                </a:ext>
              </a:extLst>
            </p:cNvPr>
            <p:cNvCxnSpPr>
              <a:cxnSpLocks/>
            </p:cNvCxnSpPr>
            <p:nvPr/>
          </p:nvCxnSpPr>
          <p:spPr>
            <a:xfrm>
              <a:off x="8059680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>
              <a:extLst>
                <a:ext uri="{FF2B5EF4-FFF2-40B4-BE49-F238E27FC236}">
                  <a16:creationId xmlns:a16="http://schemas.microsoft.com/office/drawing/2014/main" id="{B14E5F0F-0124-40D0-A0BF-AE307A0E15F4}"/>
                </a:ext>
              </a:extLst>
            </p:cNvPr>
            <p:cNvCxnSpPr>
              <a:cxnSpLocks/>
            </p:cNvCxnSpPr>
            <p:nvPr/>
          </p:nvCxnSpPr>
          <p:spPr>
            <a:xfrm>
              <a:off x="9043074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>
              <a:extLst>
                <a:ext uri="{FF2B5EF4-FFF2-40B4-BE49-F238E27FC236}">
                  <a16:creationId xmlns:a16="http://schemas.microsoft.com/office/drawing/2014/main" id="{2BADC3B1-26C7-4CF1-B29D-4D0DEA3E2633}"/>
                </a:ext>
              </a:extLst>
            </p:cNvPr>
            <p:cNvCxnSpPr>
              <a:cxnSpLocks/>
            </p:cNvCxnSpPr>
            <p:nvPr/>
          </p:nvCxnSpPr>
          <p:spPr>
            <a:xfrm>
              <a:off x="1002646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>
              <a:extLst>
                <a:ext uri="{FF2B5EF4-FFF2-40B4-BE49-F238E27FC236}">
                  <a16:creationId xmlns:a16="http://schemas.microsoft.com/office/drawing/2014/main" id="{A0A7DF6E-1132-4A80-9B18-593B1ACD7784}"/>
                </a:ext>
              </a:extLst>
            </p:cNvPr>
            <p:cNvCxnSpPr>
              <a:cxnSpLocks/>
            </p:cNvCxnSpPr>
            <p:nvPr/>
          </p:nvCxnSpPr>
          <p:spPr>
            <a:xfrm>
              <a:off x="11009862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>
              <a:extLst>
                <a:ext uri="{FF2B5EF4-FFF2-40B4-BE49-F238E27FC236}">
                  <a16:creationId xmlns:a16="http://schemas.microsoft.com/office/drawing/2014/main" id="{9EF19589-10D8-4A8F-A0B1-F7CE380E3001}"/>
                </a:ext>
              </a:extLst>
            </p:cNvPr>
            <p:cNvCxnSpPr>
              <a:cxnSpLocks/>
            </p:cNvCxnSpPr>
            <p:nvPr/>
          </p:nvCxnSpPr>
          <p:spPr>
            <a:xfrm>
              <a:off x="12185786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Connector 21">
              <a:extLst>
                <a:ext uri="{FF2B5EF4-FFF2-40B4-BE49-F238E27FC236}">
                  <a16:creationId xmlns:a16="http://schemas.microsoft.com/office/drawing/2014/main" id="{28E6BB32-C4F8-4914-88D3-7DC5E79D023E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171716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Connector 22">
              <a:extLst>
                <a:ext uri="{FF2B5EF4-FFF2-40B4-BE49-F238E27FC236}">
                  <a16:creationId xmlns:a16="http://schemas.microsoft.com/office/drawing/2014/main" id="{A8F046EE-9DBA-4924-A19C-ED8741F5F810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714597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Straight Connector 23">
              <a:extLst>
                <a:ext uri="{FF2B5EF4-FFF2-40B4-BE49-F238E27FC236}">
                  <a16:creationId xmlns:a16="http://schemas.microsoft.com/office/drawing/2014/main" id="{8AABBC44-ABA8-4913-824E-64D344724644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1257478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Straight Connector 24">
              <a:extLst>
                <a:ext uri="{FF2B5EF4-FFF2-40B4-BE49-F238E27FC236}">
                  <a16:creationId xmlns:a16="http://schemas.microsoft.com/office/drawing/2014/main" id="{54272B22-1C39-47A0-8551-73666AFBEECC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1800359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Straight Connector 25">
              <a:extLst>
                <a:ext uri="{FF2B5EF4-FFF2-40B4-BE49-F238E27FC236}">
                  <a16:creationId xmlns:a16="http://schemas.microsoft.com/office/drawing/2014/main" id="{08CDFF66-464C-4ABF-BB01-00500A3B7517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2343240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Straight Connector 26">
              <a:extLst>
                <a:ext uri="{FF2B5EF4-FFF2-40B4-BE49-F238E27FC236}">
                  <a16:creationId xmlns:a16="http://schemas.microsoft.com/office/drawing/2014/main" id="{3079FC88-BD3B-4C04-9B90-0FC93C179217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2886121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Straight Connector 27">
              <a:extLst>
                <a:ext uri="{FF2B5EF4-FFF2-40B4-BE49-F238E27FC236}">
                  <a16:creationId xmlns:a16="http://schemas.microsoft.com/office/drawing/2014/main" id="{B1FCAED8-8687-4141-A7C3-0D88ACEDFECA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3429002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Straight Connector 28">
              <a:extLst>
                <a:ext uri="{FF2B5EF4-FFF2-40B4-BE49-F238E27FC236}">
                  <a16:creationId xmlns:a16="http://schemas.microsoft.com/office/drawing/2014/main" id="{065038E6-7B32-460F-B804-D6C105FF44C9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3971883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Straight Connector 29">
              <a:extLst>
                <a:ext uri="{FF2B5EF4-FFF2-40B4-BE49-F238E27FC236}">
                  <a16:creationId xmlns:a16="http://schemas.microsoft.com/office/drawing/2014/main" id="{EC5DAE85-AD17-454B-AB64-CEFF52FDAB9D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4514764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Straight Connector 30">
              <a:extLst>
                <a:ext uri="{FF2B5EF4-FFF2-40B4-BE49-F238E27FC236}">
                  <a16:creationId xmlns:a16="http://schemas.microsoft.com/office/drawing/2014/main" id="{8C603643-2066-4967-AE4B-9DA143843B25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5057645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Straight Connector 31">
              <a:extLst>
                <a:ext uri="{FF2B5EF4-FFF2-40B4-BE49-F238E27FC236}">
                  <a16:creationId xmlns:a16="http://schemas.microsoft.com/office/drawing/2014/main" id="{437E9533-9B07-43E3-B939-7BADC01FEE86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5600526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Straight Connector 32">
              <a:extLst>
                <a:ext uri="{FF2B5EF4-FFF2-40B4-BE49-F238E27FC236}">
                  <a16:creationId xmlns:a16="http://schemas.microsoft.com/office/drawing/2014/main" id="{EDCCAAEE-AB2E-4534-893A-3DB109499FBB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6857999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Straight Connector 33">
              <a:extLst>
                <a:ext uri="{FF2B5EF4-FFF2-40B4-BE49-F238E27FC236}">
                  <a16:creationId xmlns:a16="http://schemas.microsoft.com/office/drawing/2014/main" id="{48BD39A2-970F-4714-AAA6-67EE99A0EAA9}"/>
                </a:ext>
              </a:extLst>
            </p:cNvPr>
            <p:cNvCxnSpPr>
              <a:cxnSpLocks/>
            </p:cNvCxnSpPr>
            <p:nvPr/>
          </p:nvCxnSpPr>
          <p:spPr>
            <a:xfrm>
              <a:off x="16613" y="6143407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Straight Connector 34">
              <a:extLst>
                <a:ext uri="{FF2B5EF4-FFF2-40B4-BE49-F238E27FC236}">
                  <a16:creationId xmlns:a16="http://schemas.microsoft.com/office/drawing/2014/main" id="{CF4A1387-348B-4E46-9B65-FDF76ED0EF20}"/>
                </a:ext>
              </a:extLst>
            </p:cNvPr>
            <p:cNvCxnSpPr>
              <a:cxnSpLocks/>
            </p:cNvCxnSpPr>
            <p:nvPr/>
          </p:nvCxnSpPr>
          <p:spPr>
            <a:xfrm>
              <a:off x="684225" y="171716"/>
              <a:ext cx="0" cy="6511464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Straight Connector 35">
              <a:extLst>
                <a:ext uri="{FF2B5EF4-FFF2-40B4-BE49-F238E27FC236}">
                  <a16:creationId xmlns:a16="http://schemas.microsoft.com/office/drawing/2014/main" id="{BF5DAF27-A54D-442A-93E4-BA7F04EAE379}"/>
                </a:ext>
              </a:extLst>
            </p:cNvPr>
            <p:cNvCxnSpPr>
              <a:cxnSpLocks/>
            </p:cNvCxnSpPr>
            <p:nvPr/>
          </p:nvCxnSpPr>
          <p:spPr>
            <a:xfrm>
              <a:off x="11508412" y="173267"/>
              <a:ext cx="0" cy="6511464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2EA265F-80A1-448D-A6EB-CE8D6F6EC7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72BA41-EC5B-4197-BCC8-0FD2E523CD7A}" type="datetimeFigureOut">
              <a:rPr lang="en-US" smtClean="0"/>
              <a:t>11/21/2024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815D00D-89E6-4E7A-9A4D-A8CCEB3BED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22B5AEA-8C38-4776-878C-AB01474D91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15108C-154A-4A5A-9C05-91A49A422BA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0484469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Right Triangle 39">
            <a:extLst>
              <a:ext uri="{FF2B5EF4-FFF2-40B4-BE49-F238E27FC236}">
                <a16:creationId xmlns:a16="http://schemas.microsoft.com/office/drawing/2014/main" id="{C4853C57-22BC-4465-8B37-DC06FE5A000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rot="13500000">
            <a:off x="-281092" y="3144857"/>
            <a:ext cx="568289" cy="568289"/>
          </a:xfrm>
          <a:prstGeom prst="rtTriangle">
            <a:avLst/>
          </a:prstGeom>
          <a:solidFill>
            <a:schemeClr val="accent1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E67C0A6-48E9-4845-9EBF-EF2A3DFD27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3587" y="713677"/>
            <a:ext cx="4499914" cy="2996581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2A8B542-2084-485C-ABFC-94340B4C7E7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698672" y="708102"/>
            <a:ext cx="5656716" cy="5430644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647791F-9546-470D-A174-D75285263C2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83587" y="3976544"/>
            <a:ext cx="4499914" cy="2162201"/>
          </a:xfrm>
        </p:spPr>
        <p:txBody>
          <a:bodyPr>
            <a:normAutofit/>
          </a:bodyPr>
          <a:lstStyle>
            <a:lvl1pPr marL="0" indent="0">
              <a:buNone/>
              <a:defRPr lang="en-US" sz="2400" b="0" i="1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marL="0" lvl="0" indent="0" algn="l" defTabSz="914400" rtl="0" eaLnBrk="1" latinLnBrk="0" hangingPunct="1">
              <a:lnSpc>
                <a:spcPct val="110000"/>
              </a:lnSpc>
              <a:spcBef>
                <a:spcPts val="1000"/>
              </a:spcBef>
              <a:buClr>
                <a:schemeClr val="tx2">
                  <a:lumMod val="50000"/>
                  <a:lumOff val="50000"/>
                </a:schemeClr>
              </a:buClr>
              <a:buSzPct val="75000"/>
              <a:buFont typeface="Wingdings" panose="05000000000000000000" pitchFamily="2" charset="2"/>
              <a:buNone/>
            </a:pPr>
            <a:r>
              <a:rPr lang="en-US"/>
              <a:t>Click to edit Master text styles</a:t>
            </a:r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0550D594-9D00-4E12-9A7B-8B78EC19948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-6214" y="-1"/>
            <a:ext cx="12214827" cy="6858000"/>
            <a:chOff x="-6214" y="-1"/>
            <a:chExt cx="12214827" cy="6858000"/>
          </a:xfrm>
        </p:grpSpPr>
        <p:cxnSp>
          <p:nvCxnSpPr>
            <p:cNvPr id="9" name="Straight Connector 8">
              <a:extLst>
                <a:ext uri="{FF2B5EF4-FFF2-40B4-BE49-F238E27FC236}">
                  <a16:creationId xmlns:a16="http://schemas.microsoft.com/office/drawing/2014/main" id="{C5DEA230-2680-47DD-BD49-FDBF4C1105A5}"/>
                </a:ext>
              </a:extLst>
            </p:cNvPr>
            <p:cNvCxnSpPr>
              <a:cxnSpLocks/>
            </p:cNvCxnSpPr>
            <p:nvPr/>
          </p:nvCxnSpPr>
          <p:spPr>
            <a:xfrm>
              <a:off x="-6214" y="6686283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Connector 9">
              <a:extLst>
                <a:ext uri="{FF2B5EF4-FFF2-40B4-BE49-F238E27FC236}">
                  <a16:creationId xmlns:a16="http://schemas.microsoft.com/office/drawing/2014/main" id="{EF0BA61D-887F-46F1-B20D-EA4C38D467CE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F350DFBA-D16D-4AE0-8339-58C4089B94AD}"/>
                </a:ext>
              </a:extLst>
            </p:cNvPr>
            <p:cNvCxnSpPr>
              <a:cxnSpLocks/>
            </p:cNvCxnSpPr>
            <p:nvPr/>
          </p:nvCxnSpPr>
          <p:spPr>
            <a:xfrm>
              <a:off x="1199325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CF4AAAA5-CEFC-4C25-91D3-5AE49F720DA5}"/>
                </a:ext>
              </a:extLst>
            </p:cNvPr>
            <p:cNvCxnSpPr>
              <a:cxnSpLocks/>
            </p:cNvCxnSpPr>
            <p:nvPr/>
          </p:nvCxnSpPr>
          <p:spPr>
            <a:xfrm>
              <a:off x="19252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Connector 12">
              <a:extLst>
                <a:ext uri="{FF2B5EF4-FFF2-40B4-BE49-F238E27FC236}">
                  <a16:creationId xmlns:a16="http://schemas.microsoft.com/office/drawing/2014/main" id="{14D142AD-3FA3-43E4-8A61-61CF1E415684}"/>
                </a:ext>
              </a:extLst>
            </p:cNvPr>
            <p:cNvCxnSpPr>
              <a:cxnSpLocks/>
            </p:cNvCxnSpPr>
            <p:nvPr/>
          </p:nvCxnSpPr>
          <p:spPr>
            <a:xfrm>
              <a:off x="1175922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Connector 13">
              <a:extLst>
                <a:ext uri="{FF2B5EF4-FFF2-40B4-BE49-F238E27FC236}">
                  <a16:creationId xmlns:a16="http://schemas.microsoft.com/office/drawing/2014/main" id="{9C3755A3-93F4-4EC4-9635-7E89E4AF1D3F}"/>
                </a:ext>
              </a:extLst>
            </p:cNvPr>
            <p:cNvCxnSpPr>
              <a:cxnSpLocks/>
            </p:cNvCxnSpPr>
            <p:nvPr/>
          </p:nvCxnSpPr>
          <p:spPr>
            <a:xfrm>
              <a:off x="2159316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E0BFB588-0AB8-4BD8-9272-1CA867726018}"/>
                </a:ext>
              </a:extLst>
            </p:cNvPr>
            <p:cNvCxnSpPr>
              <a:cxnSpLocks/>
            </p:cNvCxnSpPr>
            <p:nvPr/>
          </p:nvCxnSpPr>
          <p:spPr>
            <a:xfrm>
              <a:off x="3142710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>
              <a:extLst>
                <a:ext uri="{FF2B5EF4-FFF2-40B4-BE49-F238E27FC236}">
                  <a16:creationId xmlns:a16="http://schemas.microsoft.com/office/drawing/2014/main" id="{F45A6DF3-CF29-4480-A235-EAE88D65A63C}"/>
                </a:ext>
              </a:extLst>
            </p:cNvPr>
            <p:cNvCxnSpPr>
              <a:cxnSpLocks/>
            </p:cNvCxnSpPr>
            <p:nvPr/>
          </p:nvCxnSpPr>
          <p:spPr>
            <a:xfrm>
              <a:off x="4126104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Connector 16">
              <a:extLst>
                <a:ext uri="{FF2B5EF4-FFF2-40B4-BE49-F238E27FC236}">
                  <a16:creationId xmlns:a16="http://schemas.microsoft.com/office/drawing/2014/main" id="{9D6FF036-365A-4C15-8E15-0D5BBEBCEA58}"/>
                </a:ext>
              </a:extLst>
            </p:cNvPr>
            <p:cNvCxnSpPr>
              <a:cxnSpLocks/>
            </p:cNvCxnSpPr>
            <p:nvPr/>
          </p:nvCxnSpPr>
          <p:spPr>
            <a:xfrm>
              <a:off x="510949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>
              <a:extLst>
                <a:ext uri="{FF2B5EF4-FFF2-40B4-BE49-F238E27FC236}">
                  <a16:creationId xmlns:a16="http://schemas.microsoft.com/office/drawing/2014/main" id="{A85E76FF-4E86-4E42-B67E-B11AAE8D3076}"/>
                </a:ext>
              </a:extLst>
            </p:cNvPr>
            <p:cNvCxnSpPr>
              <a:cxnSpLocks/>
            </p:cNvCxnSpPr>
            <p:nvPr/>
          </p:nvCxnSpPr>
          <p:spPr>
            <a:xfrm>
              <a:off x="6092892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>
              <a:extLst>
                <a:ext uri="{FF2B5EF4-FFF2-40B4-BE49-F238E27FC236}">
                  <a16:creationId xmlns:a16="http://schemas.microsoft.com/office/drawing/2014/main" id="{41A64CEE-7CED-4EB2-A414-6F2D91E824F9}"/>
                </a:ext>
              </a:extLst>
            </p:cNvPr>
            <p:cNvCxnSpPr>
              <a:cxnSpLocks/>
            </p:cNvCxnSpPr>
            <p:nvPr/>
          </p:nvCxnSpPr>
          <p:spPr>
            <a:xfrm>
              <a:off x="7076286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>
              <a:extLst>
                <a:ext uri="{FF2B5EF4-FFF2-40B4-BE49-F238E27FC236}">
                  <a16:creationId xmlns:a16="http://schemas.microsoft.com/office/drawing/2014/main" id="{012C571B-47A6-49EB-A29F-678368BAED9F}"/>
                </a:ext>
              </a:extLst>
            </p:cNvPr>
            <p:cNvCxnSpPr>
              <a:cxnSpLocks/>
            </p:cNvCxnSpPr>
            <p:nvPr/>
          </p:nvCxnSpPr>
          <p:spPr>
            <a:xfrm>
              <a:off x="8059680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>
              <a:extLst>
                <a:ext uri="{FF2B5EF4-FFF2-40B4-BE49-F238E27FC236}">
                  <a16:creationId xmlns:a16="http://schemas.microsoft.com/office/drawing/2014/main" id="{3160B109-845C-4119-BB66-9887B3859A7D}"/>
                </a:ext>
              </a:extLst>
            </p:cNvPr>
            <p:cNvCxnSpPr>
              <a:cxnSpLocks/>
            </p:cNvCxnSpPr>
            <p:nvPr/>
          </p:nvCxnSpPr>
          <p:spPr>
            <a:xfrm>
              <a:off x="9043074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Connector 21">
              <a:extLst>
                <a:ext uri="{FF2B5EF4-FFF2-40B4-BE49-F238E27FC236}">
                  <a16:creationId xmlns:a16="http://schemas.microsoft.com/office/drawing/2014/main" id="{B68B7447-FF64-42D9-B3C6-2BDC6F547EDE}"/>
                </a:ext>
              </a:extLst>
            </p:cNvPr>
            <p:cNvCxnSpPr>
              <a:cxnSpLocks/>
            </p:cNvCxnSpPr>
            <p:nvPr/>
          </p:nvCxnSpPr>
          <p:spPr>
            <a:xfrm>
              <a:off x="1002646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Connector 22">
              <a:extLst>
                <a:ext uri="{FF2B5EF4-FFF2-40B4-BE49-F238E27FC236}">
                  <a16:creationId xmlns:a16="http://schemas.microsoft.com/office/drawing/2014/main" id="{4FFF9B71-8653-450D-AFBE-2140D586FB50}"/>
                </a:ext>
              </a:extLst>
            </p:cNvPr>
            <p:cNvCxnSpPr>
              <a:cxnSpLocks/>
            </p:cNvCxnSpPr>
            <p:nvPr/>
          </p:nvCxnSpPr>
          <p:spPr>
            <a:xfrm>
              <a:off x="11009862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Straight Connector 23">
              <a:extLst>
                <a:ext uri="{FF2B5EF4-FFF2-40B4-BE49-F238E27FC236}">
                  <a16:creationId xmlns:a16="http://schemas.microsoft.com/office/drawing/2014/main" id="{EF0B9E5A-C1DA-445C-A911-721DF98DDCDD}"/>
                </a:ext>
              </a:extLst>
            </p:cNvPr>
            <p:cNvCxnSpPr>
              <a:cxnSpLocks/>
            </p:cNvCxnSpPr>
            <p:nvPr/>
          </p:nvCxnSpPr>
          <p:spPr>
            <a:xfrm>
              <a:off x="12185786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Straight Connector 24">
              <a:extLst>
                <a:ext uri="{FF2B5EF4-FFF2-40B4-BE49-F238E27FC236}">
                  <a16:creationId xmlns:a16="http://schemas.microsoft.com/office/drawing/2014/main" id="{F5C9A3DC-A478-4469-9359-34A435689F36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171716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Straight Connector 25">
              <a:extLst>
                <a:ext uri="{FF2B5EF4-FFF2-40B4-BE49-F238E27FC236}">
                  <a16:creationId xmlns:a16="http://schemas.microsoft.com/office/drawing/2014/main" id="{D7DE3299-EED7-4771-A270-F6B02941AD65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714597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Straight Connector 26">
              <a:extLst>
                <a:ext uri="{FF2B5EF4-FFF2-40B4-BE49-F238E27FC236}">
                  <a16:creationId xmlns:a16="http://schemas.microsoft.com/office/drawing/2014/main" id="{B434422A-5B59-41DC-8E2A-1A8244580E30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1257478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Straight Connector 27">
              <a:extLst>
                <a:ext uri="{FF2B5EF4-FFF2-40B4-BE49-F238E27FC236}">
                  <a16:creationId xmlns:a16="http://schemas.microsoft.com/office/drawing/2014/main" id="{4A176117-0990-434B-A9D9-B4B9043C5447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1800359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Straight Connector 28">
              <a:extLst>
                <a:ext uri="{FF2B5EF4-FFF2-40B4-BE49-F238E27FC236}">
                  <a16:creationId xmlns:a16="http://schemas.microsoft.com/office/drawing/2014/main" id="{A7D6425E-C84A-462F-98F8-D0AB4FC3AF88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2343240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Straight Connector 29">
              <a:extLst>
                <a:ext uri="{FF2B5EF4-FFF2-40B4-BE49-F238E27FC236}">
                  <a16:creationId xmlns:a16="http://schemas.microsoft.com/office/drawing/2014/main" id="{AF13AB68-7321-4AC2-AC60-0F417877D078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2886121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Straight Connector 30">
              <a:extLst>
                <a:ext uri="{FF2B5EF4-FFF2-40B4-BE49-F238E27FC236}">
                  <a16:creationId xmlns:a16="http://schemas.microsoft.com/office/drawing/2014/main" id="{FE275CCE-D06F-49D0-8A47-372C5040330B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3429002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Straight Connector 31">
              <a:extLst>
                <a:ext uri="{FF2B5EF4-FFF2-40B4-BE49-F238E27FC236}">
                  <a16:creationId xmlns:a16="http://schemas.microsoft.com/office/drawing/2014/main" id="{9D4B374E-EEBC-4A9C-B3B4-B269EC719857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3971883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Straight Connector 32">
              <a:extLst>
                <a:ext uri="{FF2B5EF4-FFF2-40B4-BE49-F238E27FC236}">
                  <a16:creationId xmlns:a16="http://schemas.microsoft.com/office/drawing/2014/main" id="{2D80A7E6-BBEF-4EF1-B14A-29F26BFCF8E6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4514764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Straight Connector 33">
              <a:extLst>
                <a:ext uri="{FF2B5EF4-FFF2-40B4-BE49-F238E27FC236}">
                  <a16:creationId xmlns:a16="http://schemas.microsoft.com/office/drawing/2014/main" id="{2D7BC013-9B50-459D-8B8D-F756514A478B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5057645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Straight Connector 34">
              <a:extLst>
                <a:ext uri="{FF2B5EF4-FFF2-40B4-BE49-F238E27FC236}">
                  <a16:creationId xmlns:a16="http://schemas.microsoft.com/office/drawing/2014/main" id="{E48964C0-675D-4807-B795-4B695A8F8420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5600526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Straight Connector 35">
              <a:extLst>
                <a:ext uri="{FF2B5EF4-FFF2-40B4-BE49-F238E27FC236}">
                  <a16:creationId xmlns:a16="http://schemas.microsoft.com/office/drawing/2014/main" id="{96911512-51A8-4CE7-A043-425C809EB5FB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6857999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Straight Connector 36">
              <a:extLst>
                <a:ext uri="{FF2B5EF4-FFF2-40B4-BE49-F238E27FC236}">
                  <a16:creationId xmlns:a16="http://schemas.microsoft.com/office/drawing/2014/main" id="{43C15D1E-0EDF-4AD7-90C7-3D8D64E645DB}"/>
                </a:ext>
              </a:extLst>
            </p:cNvPr>
            <p:cNvCxnSpPr>
              <a:cxnSpLocks/>
            </p:cNvCxnSpPr>
            <p:nvPr/>
          </p:nvCxnSpPr>
          <p:spPr>
            <a:xfrm>
              <a:off x="16613" y="6143407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" name="Straight Connector 37">
              <a:extLst>
                <a:ext uri="{FF2B5EF4-FFF2-40B4-BE49-F238E27FC236}">
                  <a16:creationId xmlns:a16="http://schemas.microsoft.com/office/drawing/2014/main" id="{78265A2D-2A6A-4301-B59F-8BAD98D9A57B}"/>
                </a:ext>
              </a:extLst>
            </p:cNvPr>
            <p:cNvCxnSpPr>
              <a:cxnSpLocks/>
            </p:cNvCxnSpPr>
            <p:nvPr/>
          </p:nvCxnSpPr>
          <p:spPr>
            <a:xfrm>
              <a:off x="684225" y="171716"/>
              <a:ext cx="0" cy="6511464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" name="Straight Connector 38">
              <a:extLst>
                <a:ext uri="{FF2B5EF4-FFF2-40B4-BE49-F238E27FC236}">
                  <a16:creationId xmlns:a16="http://schemas.microsoft.com/office/drawing/2014/main" id="{D4A4907F-2D1D-49D1-882D-119AA5E1183B}"/>
                </a:ext>
              </a:extLst>
            </p:cNvPr>
            <p:cNvCxnSpPr>
              <a:cxnSpLocks/>
            </p:cNvCxnSpPr>
            <p:nvPr/>
          </p:nvCxnSpPr>
          <p:spPr>
            <a:xfrm>
              <a:off x="11508412" y="173267"/>
              <a:ext cx="0" cy="6511464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F6A2284-37AB-43F5-98B8-8AB49DBFA9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72BA41-EC5B-4197-BCC8-0FD2E523CD7A}" type="datetimeFigureOut">
              <a:rPr lang="en-US" smtClean="0"/>
              <a:t>11/21/2024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AD8ABAA-E2F7-4C89-99ED-2C340220DD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252EF12-B2CD-4F3C-9F19-A869154050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15108C-154A-4A5A-9C05-91A49A422BA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93436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>
            <a:extLst>
              <a:ext uri="{FF2B5EF4-FFF2-40B4-BE49-F238E27FC236}">
                <a16:creationId xmlns:a16="http://schemas.microsoft.com/office/drawing/2014/main" id="{0DDA6865-0A03-48FA-AD6E-D5BF8FDE927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-6214" y="-1"/>
            <a:ext cx="12214827" cy="6858000"/>
            <a:chOff x="-6214" y="-1"/>
            <a:chExt cx="12214827" cy="6858000"/>
          </a:xfrm>
        </p:grpSpPr>
        <p:cxnSp>
          <p:nvCxnSpPr>
            <p:cNvPr id="9" name="Straight Connector 8">
              <a:extLst>
                <a:ext uri="{FF2B5EF4-FFF2-40B4-BE49-F238E27FC236}">
                  <a16:creationId xmlns:a16="http://schemas.microsoft.com/office/drawing/2014/main" id="{2277E8EB-0DA2-40E4-AD12-1CCD0D262D0B}"/>
                </a:ext>
              </a:extLst>
            </p:cNvPr>
            <p:cNvCxnSpPr>
              <a:cxnSpLocks/>
            </p:cNvCxnSpPr>
            <p:nvPr/>
          </p:nvCxnSpPr>
          <p:spPr>
            <a:xfrm>
              <a:off x="-6214" y="6686283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Connector 9">
              <a:extLst>
                <a:ext uri="{FF2B5EF4-FFF2-40B4-BE49-F238E27FC236}">
                  <a16:creationId xmlns:a16="http://schemas.microsoft.com/office/drawing/2014/main" id="{75BFE9F8-907A-4FFC-9FDE-2B51D238C40E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4BDDC323-8732-4007-BB81-1BE917E3B2FF}"/>
                </a:ext>
              </a:extLst>
            </p:cNvPr>
            <p:cNvCxnSpPr>
              <a:cxnSpLocks/>
            </p:cNvCxnSpPr>
            <p:nvPr/>
          </p:nvCxnSpPr>
          <p:spPr>
            <a:xfrm>
              <a:off x="1199325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B908FC40-8403-438D-95CA-E4EDC66192A9}"/>
                </a:ext>
              </a:extLst>
            </p:cNvPr>
            <p:cNvCxnSpPr>
              <a:cxnSpLocks/>
            </p:cNvCxnSpPr>
            <p:nvPr/>
          </p:nvCxnSpPr>
          <p:spPr>
            <a:xfrm>
              <a:off x="19252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Connector 12">
              <a:extLst>
                <a:ext uri="{FF2B5EF4-FFF2-40B4-BE49-F238E27FC236}">
                  <a16:creationId xmlns:a16="http://schemas.microsoft.com/office/drawing/2014/main" id="{5411D218-3FEA-4455-9809-91F029FB55AE}"/>
                </a:ext>
              </a:extLst>
            </p:cNvPr>
            <p:cNvCxnSpPr>
              <a:cxnSpLocks/>
            </p:cNvCxnSpPr>
            <p:nvPr/>
          </p:nvCxnSpPr>
          <p:spPr>
            <a:xfrm>
              <a:off x="1175922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Connector 13">
              <a:extLst>
                <a:ext uri="{FF2B5EF4-FFF2-40B4-BE49-F238E27FC236}">
                  <a16:creationId xmlns:a16="http://schemas.microsoft.com/office/drawing/2014/main" id="{A541390F-BE50-4E4E-9DA2-B5F23F1A93D8}"/>
                </a:ext>
              </a:extLst>
            </p:cNvPr>
            <p:cNvCxnSpPr>
              <a:cxnSpLocks/>
            </p:cNvCxnSpPr>
            <p:nvPr/>
          </p:nvCxnSpPr>
          <p:spPr>
            <a:xfrm>
              <a:off x="2159316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0EB3F094-97B5-48E1-A4DE-8BEED2550283}"/>
                </a:ext>
              </a:extLst>
            </p:cNvPr>
            <p:cNvCxnSpPr>
              <a:cxnSpLocks/>
            </p:cNvCxnSpPr>
            <p:nvPr/>
          </p:nvCxnSpPr>
          <p:spPr>
            <a:xfrm>
              <a:off x="3142710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>
              <a:extLst>
                <a:ext uri="{FF2B5EF4-FFF2-40B4-BE49-F238E27FC236}">
                  <a16:creationId xmlns:a16="http://schemas.microsoft.com/office/drawing/2014/main" id="{2D4DBB43-CB34-4881-9445-A7FE131D5327}"/>
                </a:ext>
              </a:extLst>
            </p:cNvPr>
            <p:cNvCxnSpPr>
              <a:cxnSpLocks/>
            </p:cNvCxnSpPr>
            <p:nvPr/>
          </p:nvCxnSpPr>
          <p:spPr>
            <a:xfrm>
              <a:off x="4126104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Connector 16">
              <a:extLst>
                <a:ext uri="{FF2B5EF4-FFF2-40B4-BE49-F238E27FC236}">
                  <a16:creationId xmlns:a16="http://schemas.microsoft.com/office/drawing/2014/main" id="{8B71F972-027A-47F0-996C-84BFE4574050}"/>
                </a:ext>
              </a:extLst>
            </p:cNvPr>
            <p:cNvCxnSpPr>
              <a:cxnSpLocks/>
            </p:cNvCxnSpPr>
            <p:nvPr/>
          </p:nvCxnSpPr>
          <p:spPr>
            <a:xfrm>
              <a:off x="510949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>
              <a:extLst>
                <a:ext uri="{FF2B5EF4-FFF2-40B4-BE49-F238E27FC236}">
                  <a16:creationId xmlns:a16="http://schemas.microsoft.com/office/drawing/2014/main" id="{3C41353D-93C8-43F8-BBDE-7AB6B29EC38C}"/>
                </a:ext>
              </a:extLst>
            </p:cNvPr>
            <p:cNvCxnSpPr>
              <a:cxnSpLocks/>
            </p:cNvCxnSpPr>
            <p:nvPr/>
          </p:nvCxnSpPr>
          <p:spPr>
            <a:xfrm>
              <a:off x="6092892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>
              <a:extLst>
                <a:ext uri="{FF2B5EF4-FFF2-40B4-BE49-F238E27FC236}">
                  <a16:creationId xmlns:a16="http://schemas.microsoft.com/office/drawing/2014/main" id="{5CF07B24-CBD8-4F09-81EB-504285F8E115}"/>
                </a:ext>
              </a:extLst>
            </p:cNvPr>
            <p:cNvCxnSpPr>
              <a:cxnSpLocks/>
            </p:cNvCxnSpPr>
            <p:nvPr/>
          </p:nvCxnSpPr>
          <p:spPr>
            <a:xfrm>
              <a:off x="7076286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>
              <a:extLst>
                <a:ext uri="{FF2B5EF4-FFF2-40B4-BE49-F238E27FC236}">
                  <a16:creationId xmlns:a16="http://schemas.microsoft.com/office/drawing/2014/main" id="{B27873BB-1D79-4055-801C-BDA0F9A15136}"/>
                </a:ext>
              </a:extLst>
            </p:cNvPr>
            <p:cNvCxnSpPr>
              <a:cxnSpLocks/>
            </p:cNvCxnSpPr>
            <p:nvPr/>
          </p:nvCxnSpPr>
          <p:spPr>
            <a:xfrm>
              <a:off x="8059680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>
              <a:extLst>
                <a:ext uri="{FF2B5EF4-FFF2-40B4-BE49-F238E27FC236}">
                  <a16:creationId xmlns:a16="http://schemas.microsoft.com/office/drawing/2014/main" id="{8008D42B-2F35-497E-A26D-9AF008619D43}"/>
                </a:ext>
              </a:extLst>
            </p:cNvPr>
            <p:cNvCxnSpPr>
              <a:cxnSpLocks/>
            </p:cNvCxnSpPr>
            <p:nvPr/>
          </p:nvCxnSpPr>
          <p:spPr>
            <a:xfrm>
              <a:off x="9043074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Connector 21">
              <a:extLst>
                <a:ext uri="{FF2B5EF4-FFF2-40B4-BE49-F238E27FC236}">
                  <a16:creationId xmlns:a16="http://schemas.microsoft.com/office/drawing/2014/main" id="{07F57499-C4D9-4B7D-BADA-38462AA3164E}"/>
                </a:ext>
              </a:extLst>
            </p:cNvPr>
            <p:cNvCxnSpPr>
              <a:cxnSpLocks/>
            </p:cNvCxnSpPr>
            <p:nvPr/>
          </p:nvCxnSpPr>
          <p:spPr>
            <a:xfrm>
              <a:off x="1002646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Connector 22">
              <a:extLst>
                <a:ext uri="{FF2B5EF4-FFF2-40B4-BE49-F238E27FC236}">
                  <a16:creationId xmlns:a16="http://schemas.microsoft.com/office/drawing/2014/main" id="{1271F2B9-1FFA-4350-9370-B098459A2324}"/>
                </a:ext>
              </a:extLst>
            </p:cNvPr>
            <p:cNvCxnSpPr>
              <a:cxnSpLocks/>
            </p:cNvCxnSpPr>
            <p:nvPr/>
          </p:nvCxnSpPr>
          <p:spPr>
            <a:xfrm>
              <a:off x="11009862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Straight Connector 23">
              <a:extLst>
                <a:ext uri="{FF2B5EF4-FFF2-40B4-BE49-F238E27FC236}">
                  <a16:creationId xmlns:a16="http://schemas.microsoft.com/office/drawing/2014/main" id="{38FBAFFC-DC8F-4BB4-B405-E4AAA269AED4}"/>
                </a:ext>
              </a:extLst>
            </p:cNvPr>
            <p:cNvCxnSpPr>
              <a:cxnSpLocks/>
            </p:cNvCxnSpPr>
            <p:nvPr/>
          </p:nvCxnSpPr>
          <p:spPr>
            <a:xfrm>
              <a:off x="12185786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Straight Connector 24">
              <a:extLst>
                <a:ext uri="{FF2B5EF4-FFF2-40B4-BE49-F238E27FC236}">
                  <a16:creationId xmlns:a16="http://schemas.microsoft.com/office/drawing/2014/main" id="{F94FCE64-D7A5-411A-8795-932DD39F9520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171716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Straight Connector 25">
              <a:extLst>
                <a:ext uri="{FF2B5EF4-FFF2-40B4-BE49-F238E27FC236}">
                  <a16:creationId xmlns:a16="http://schemas.microsoft.com/office/drawing/2014/main" id="{E0B4ECFC-FD43-44CF-B7FA-2A8C5651400F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714597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Straight Connector 26">
              <a:extLst>
                <a:ext uri="{FF2B5EF4-FFF2-40B4-BE49-F238E27FC236}">
                  <a16:creationId xmlns:a16="http://schemas.microsoft.com/office/drawing/2014/main" id="{99DFBC12-1E1D-44DE-9966-BAB05B246636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1257478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Straight Connector 27">
              <a:extLst>
                <a:ext uri="{FF2B5EF4-FFF2-40B4-BE49-F238E27FC236}">
                  <a16:creationId xmlns:a16="http://schemas.microsoft.com/office/drawing/2014/main" id="{B9BEF096-361C-478B-81EB-37584119BFEE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1800359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Straight Connector 28">
              <a:extLst>
                <a:ext uri="{FF2B5EF4-FFF2-40B4-BE49-F238E27FC236}">
                  <a16:creationId xmlns:a16="http://schemas.microsoft.com/office/drawing/2014/main" id="{EFC81993-CE86-4910-B9CE-B69375BDCEE3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2343240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Straight Connector 29">
              <a:extLst>
                <a:ext uri="{FF2B5EF4-FFF2-40B4-BE49-F238E27FC236}">
                  <a16:creationId xmlns:a16="http://schemas.microsoft.com/office/drawing/2014/main" id="{475613D7-9FB0-4D33-8784-EC059DE019C8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2886121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Straight Connector 30">
              <a:extLst>
                <a:ext uri="{FF2B5EF4-FFF2-40B4-BE49-F238E27FC236}">
                  <a16:creationId xmlns:a16="http://schemas.microsoft.com/office/drawing/2014/main" id="{D520AFD9-E849-4F42-99B2-928E6098C29A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3429002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Straight Connector 31">
              <a:extLst>
                <a:ext uri="{FF2B5EF4-FFF2-40B4-BE49-F238E27FC236}">
                  <a16:creationId xmlns:a16="http://schemas.microsoft.com/office/drawing/2014/main" id="{6A200B0B-91CD-4D66-ADFC-9585D283103C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3971883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Straight Connector 32">
              <a:extLst>
                <a:ext uri="{FF2B5EF4-FFF2-40B4-BE49-F238E27FC236}">
                  <a16:creationId xmlns:a16="http://schemas.microsoft.com/office/drawing/2014/main" id="{B5DB0C45-30CE-4C85-95C6-FFF4977C646A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4514764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Straight Connector 33">
              <a:extLst>
                <a:ext uri="{FF2B5EF4-FFF2-40B4-BE49-F238E27FC236}">
                  <a16:creationId xmlns:a16="http://schemas.microsoft.com/office/drawing/2014/main" id="{BDC31604-5F93-436D-A9D2-A48846D4E0DE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5057645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Straight Connector 34">
              <a:extLst>
                <a:ext uri="{FF2B5EF4-FFF2-40B4-BE49-F238E27FC236}">
                  <a16:creationId xmlns:a16="http://schemas.microsoft.com/office/drawing/2014/main" id="{1FF1B965-7DE1-4AE3-B28B-DB6847BC52CC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5600526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Straight Connector 35">
              <a:extLst>
                <a:ext uri="{FF2B5EF4-FFF2-40B4-BE49-F238E27FC236}">
                  <a16:creationId xmlns:a16="http://schemas.microsoft.com/office/drawing/2014/main" id="{EFD9FB65-4392-4D6A-8ACC-8151F682BFE8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6857999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Straight Connector 36">
              <a:extLst>
                <a:ext uri="{FF2B5EF4-FFF2-40B4-BE49-F238E27FC236}">
                  <a16:creationId xmlns:a16="http://schemas.microsoft.com/office/drawing/2014/main" id="{4B40380C-3493-4AFE-BF13-AE68A8D244B4}"/>
                </a:ext>
              </a:extLst>
            </p:cNvPr>
            <p:cNvCxnSpPr>
              <a:cxnSpLocks/>
            </p:cNvCxnSpPr>
            <p:nvPr/>
          </p:nvCxnSpPr>
          <p:spPr>
            <a:xfrm>
              <a:off x="16613" y="6143407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" name="Straight Connector 37">
              <a:extLst>
                <a:ext uri="{FF2B5EF4-FFF2-40B4-BE49-F238E27FC236}">
                  <a16:creationId xmlns:a16="http://schemas.microsoft.com/office/drawing/2014/main" id="{3CB21DF1-4859-4991-9C10-F8FA68F41013}"/>
                </a:ext>
              </a:extLst>
            </p:cNvPr>
            <p:cNvCxnSpPr>
              <a:cxnSpLocks/>
            </p:cNvCxnSpPr>
            <p:nvPr/>
          </p:nvCxnSpPr>
          <p:spPr>
            <a:xfrm>
              <a:off x="684225" y="171716"/>
              <a:ext cx="0" cy="6511464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" name="Straight Connector 38">
              <a:extLst>
                <a:ext uri="{FF2B5EF4-FFF2-40B4-BE49-F238E27FC236}">
                  <a16:creationId xmlns:a16="http://schemas.microsoft.com/office/drawing/2014/main" id="{354AD212-17DC-4506-AAA0-34A46A0B11C3}"/>
                </a:ext>
              </a:extLst>
            </p:cNvPr>
            <p:cNvCxnSpPr>
              <a:cxnSpLocks/>
            </p:cNvCxnSpPr>
            <p:nvPr/>
          </p:nvCxnSpPr>
          <p:spPr>
            <a:xfrm>
              <a:off x="11508412" y="173267"/>
              <a:ext cx="0" cy="6511464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35B556E7-762B-4E18-A961-A4F7A9ECF9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3587" y="713677"/>
            <a:ext cx="4434823" cy="3020519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FB7118AF-C54D-406D-AABE-AED6576D128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698672" y="713677"/>
            <a:ext cx="5304977" cy="543064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0" name="Right Triangle 39">
            <a:extLst>
              <a:ext uri="{FF2B5EF4-FFF2-40B4-BE49-F238E27FC236}">
                <a16:creationId xmlns:a16="http://schemas.microsoft.com/office/drawing/2014/main" id="{205CDEB9-8DED-4711-8140-4C943FC2CDA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rot="13500000">
            <a:off x="-281093" y="3143304"/>
            <a:ext cx="568289" cy="568289"/>
          </a:xfrm>
          <a:prstGeom prst="rtTriangle">
            <a:avLst/>
          </a:prstGeom>
          <a:solidFill>
            <a:schemeClr val="accent1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2E13C3F-6360-4760-9477-C3831A6E26E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83587" y="3970330"/>
            <a:ext cx="4434823" cy="2173992"/>
          </a:xfrm>
        </p:spPr>
        <p:txBody>
          <a:bodyPr/>
          <a:lstStyle>
            <a:lvl1pPr marL="0" indent="0">
              <a:buNone/>
              <a:defRPr lang="en-US" sz="2400" b="0" i="1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8192D3B-60EE-4FC5-9ED7-4445300844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72BA41-EC5B-4197-BCC8-0FD2E523CD7A}" type="datetimeFigureOut">
              <a:rPr lang="en-US" smtClean="0"/>
              <a:t>11/21/2024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BCF831E-9B19-4936-8BC9-F62A9B118B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E71E1D1-F7A2-40D0-91DA-07468A9651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15108C-154A-4A5A-9C05-91A49A422BA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5589503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9BD70F-ACE4-4595-845E-2296BDF83B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6978CD9-E0B5-4B48-8366-91E6D22C9FB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2FAF4B4-44D3-4E29-B235-A1B8682077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72BA41-EC5B-4197-BCC8-0FD2E523CD7A}" type="datetimeFigureOut">
              <a:rPr lang="en-US" smtClean="0"/>
              <a:t>11/21/2024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2D7BA37-9639-480E-84AB-EA277225CA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2BFC658-154E-48DE-AD31-813E5170C9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15108C-154A-4A5A-9C05-91A49A422BA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3057899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>
            <a:extLst>
              <a:ext uri="{FF2B5EF4-FFF2-40B4-BE49-F238E27FC236}">
                <a16:creationId xmlns:a16="http://schemas.microsoft.com/office/drawing/2014/main" id="{65405209-5179-4359-91ED-1B1A46619A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-6214" y="-1"/>
            <a:ext cx="12214827" cy="6858000"/>
            <a:chOff x="-6214" y="-1"/>
            <a:chExt cx="12214827" cy="6858000"/>
          </a:xfrm>
        </p:grpSpPr>
        <p:cxnSp>
          <p:nvCxnSpPr>
            <p:cNvPr id="8" name="Straight Connector 7">
              <a:extLst>
                <a:ext uri="{FF2B5EF4-FFF2-40B4-BE49-F238E27FC236}">
                  <a16:creationId xmlns:a16="http://schemas.microsoft.com/office/drawing/2014/main" id="{0E32344F-3BE0-4CE8-B1BD-9ABD425E1C0D}"/>
                </a:ext>
              </a:extLst>
            </p:cNvPr>
            <p:cNvCxnSpPr>
              <a:cxnSpLocks/>
            </p:cNvCxnSpPr>
            <p:nvPr/>
          </p:nvCxnSpPr>
          <p:spPr>
            <a:xfrm>
              <a:off x="-6214" y="6686283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Connector 8">
              <a:extLst>
                <a:ext uri="{FF2B5EF4-FFF2-40B4-BE49-F238E27FC236}">
                  <a16:creationId xmlns:a16="http://schemas.microsoft.com/office/drawing/2014/main" id="{599DE306-F4FB-4730-A066-ADF38D739563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Connector 9">
              <a:extLst>
                <a:ext uri="{FF2B5EF4-FFF2-40B4-BE49-F238E27FC236}">
                  <a16:creationId xmlns:a16="http://schemas.microsoft.com/office/drawing/2014/main" id="{CCB32885-303F-477F-A081-27425944F230}"/>
                </a:ext>
              </a:extLst>
            </p:cNvPr>
            <p:cNvCxnSpPr>
              <a:cxnSpLocks/>
            </p:cNvCxnSpPr>
            <p:nvPr/>
          </p:nvCxnSpPr>
          <p:spPr>
            <a:xfrm>
              <a:off x="1199325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260C0C0B-4CD0-467D-A382-2B2415102C48}"/>
                </a:ext>
              </a:extLst>
            </p:cNvPr>
            <p:cNvCxnSpPr>
              <a:cxnSpLocks/>
            </p:cNvCxnSpPr>
            <p:nvPr/>
          </p:nvCxnSpPr>
          <p:spPr>
            <a:xfrm>
              <a:off x="19252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5788DF0F-327F-43A5-AB71-3D32053D83CA}"/>
                </a:ext>
              </a:extLst>
            </p:cNvPr>
            <p:cNvCxnSpPr>
              <a:cxnSpLocks/>
            </p:cNvCxnSpPr>
            <p:nvPr/>
          </p:nvCxnSpPr>
          <p:spPr>
            <a:xfrm>
              <a:off x="1175922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Connector 12">
              <a:extLst>
                <a:ext uri="{FF2B5EF4-FFF2-40B4-BE49-F238E27FC236}">
                  <a16:creationId xmlns:a16="http://schemas.microsoft.com/office/drawing/2014/main" id="{298A0902-2662-4911-A532-AA6310861479}"/>
                </a:ext>
              </a:extLst>
            </p:cNvPr>
            <p:cNvCxnSpPr>
              <a:cxnSpLocks/>
            </p:cNvCxnSpPr>
            <p:nvPr/>
          </p:nvCxnSpPr>
          <p:spPr>
            <a:xfrm>
              <a:off x="2159316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Connector 13">
              <a:extLst>
                <a:ext uri="{FF2B5EF4-FFF2-40B4-BE49-F238E27FC236}">
                  <a16:creationId xmlns:a16="http://schemas.microsoft.com/office/drawing/2014/main" id="{4ABDA4F7-23F4-46D1-8B7E-A21DD84083E1}"/>
                </a:ext>
              </a:extLst>
            </p:cNvPr>
            <p:cNvCxnSpPr>
              <a:cxnSpLocks/>
            </p:cNvCxnSpPr>
            <p:nvPr/>
          </p:nvCxnSpPr>
          <p:spPr>
            <a:xfrm>
              <a:off x="3142710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D7FC9FC2-8808-438E-8FFB-5FE416BFB5C8}"/>
                </a:ext>
              </a:extLst>
            </p:cNvPr>
            <p:cNvCxnSpPr>
              <a:cxnSpLocks/>
            </p:cNvCxnSpPr>
            <p:nvPr/>
          </p:nvCxnSpPr>
          <p:spPr>
            <a:xfrm>
              <a:off x="4126104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>
              <a:extLst>
                <a:ext uri="{FF2B5EF4-FFF2-40B4-BE49-F238E27FC236}">
                  <a16:creationId xmlns:a16="http://schemas.microsoft.com/office/drawing/2014/main" id="{204694E5-71F9-4210-9BE8-FC12CC177BD3}"/>
                </a:ext>
              </a:extLst>
            </p:cNvPr>
            <p:cNvCxnSpPr>
              <a:cxnSpLocks/>
            </p:cNvCxnSpPr>
            <p:nvPr/>
          </p:nvCxnSpPr>
          <p:spPr>
            <a:xfrm>
              <a:off x="510949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Connector 16">
              <a:extLst>
                <a:ext uri="{FF2B5EF4-FFF2-40B4-BE49-F238E27FC236}">
                  <a16:creationId xmlns:a16="http://schemas.microsoft.com/office/drawing/2014/main" id="{0B37E805-A7E5-4906-B0C5-1373F3DA9628}"/>
                </a:ext>
              </a:extLst>
            </p:cNvPr>
            <p:cNvCxnSpPr>
              <a:cxnSpLocks/>
            </p:cNvCxnSpPr>
            <p:nvPr/>
          </p:nvCxnSpPr>
          <p:spPr>
            <a:xfrm>
              <a:off x="6092892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>
              <a:extLst>
                <a:ext uri="{FF2B5EF4-FFF2-40B4-BE49-F238E27FC236}">
                  <a16:creationId xmlns:a16="http://schemas.microsoft.com/office/drawing/2014/main" id="{7A4CD964-FBD6-41AB-8A02-9509A2BAC11F}"/>
                </a:ext>
              </a:extLst>
            </p:cNvPr>
            <p:cNvCxnSpPr>
              <a:cxnSpLocks/>
            </p:cNvCxnSpPr>
            <p:nvPr/>
          </p:nvCxnSpPr>
          <p:spPr>
            <a:xfrm>
              <a:off x="7076286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>
              <a:extLst>
                <a:ext uri="{FF2B5EF4-FFF2-40B4-BE49-F238E27FC236}">
                  <a16:creationId xmlns:a16="http://schemas.microsoft.com/office/drawing/2014/main" id="{E9CD7FF8-E827-4E0A-BCE2-CCB34EDAC0FC}"/>
                </a:ext>
              </a:extLst>
            </p:cNvPr>
            <p:cNvCxnSpPr>
              <a:cxnSpLocks/>
            </p:cNvCxnSpPr>
            <p:nvPr/>
          </p:nvCxnSpPr>
          <p:spPr>
            <a:xfrm>
              <a:off x="8059680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>
              <a:extLst>
                <a:ext uri="{FF2B5EF4-FFF2-40B4-BE49-F238E27FC236}">
                  <a16:creationId xmlns:a16="http://schemas.microsoft.com/office/drawing/2014/main" id="{5C4AD6BB-F1EE-4FB8-96E8-6890447800EC}"/>
                </a:ext>
              </a:extLst>
            </p:cNvPr>
            <p:cNvCxnSpPr>
              <a:cxnSpLocks/>
            </p:cNvCxnSpPr>
            <p:nvPr/>
          </p:nvCxnSpPr>
          <p:spPr>
            <a:xfrm>
              <a:off x="9043074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>
              <a:extLst>
                <a:ext uri="{FF2B5EF4-FFF2-40B4-BE49-F238E27FC236}">
                  <a16:creationId xmlns:a16="http://schemas.microsoft.com/office/drawing/2014/main" id="{FE935057-E0A3-4DAE-B9C8-6E818D7A7205}"/>
                </a:ext>
              </a:extLst>
            </p:cNvPr>
            <p:cNvCxnSpPr>
              <a:cxnSpLocks/>
            </p:cNvCxnSpPr>
            <p:nvPr/>
          </p:nvCxnSpPr>
          <p:spPr>
            <a:xfrm>
              <a:off x="1002646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Connector 21">
              <a:extLst>
                <a:ext uri="{FF2B5EF4-FFF2-40B4-BE49-F238E27FC236}">
                  <a16:creationId xmlns:a16="http://schemas.microsoft.com/office/drawing/2014/main" id="{308DDF69-1C14-453C-BC3A-37D3FE69DFC7}"/>
                </a:ext>
              </a:extLst>
            </p:cNvPr>
            <p:cNvCxnSpPr>
              <a:cxnSpLocks/>
            </p:cNvCxnSpPr>
            <p:nvPr/>
          </p:nvCxnSpPr>
          <p:spPr>
            <a:xfrm>
              <a:off x="11009862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Connector 22">
              <a:extLst>
                <a:ext uri="{FF2B5EF4-FFF2-40B4-BE49-F238E27FC236}">
                  <a16:creationId xmlns:a16="http://schemas.microsoft.com/office/drawing/2014/main" id="{E6C26D82-15BA-4B2E-A42D-2ECA8012D307}"/>
                </a:ext>
              </a:extLst>
            </p:cNvPr>
            <p:cNvCxnSpPr>
              <a:cxnSpLocks/>
            </p:cNvCxnSpPr>
            <p:nvPr/>
          </p:nvCxnSpPr>
          <p:spPr>
            <a:xfrm>
              <a:off x="12185786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Straight Connector 23">
              <a:extLst>
                <a:ext uri="{FF2B5EF4-FFF2-40B4-BE49-F238E27FC236}">
                  <a16:creationId xmlns:a16="http://schemas.microsoft.com/office/drawing/2014/main" id="{D7F73B67-E5E9-4000-91DA-034B2127EFD2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171716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Straight Connector 24">
              <a:extLst>
                <a:ext uri="{FF2B5EF4-FFF2-40B4-BE49-F238E27FC236}">
                  <a16:creationId xmlns:a16="http://schemas.microsoft.com/office/drawing/2014/main" id="{EAFAC1B5-F0DD-4FC0-B4C9-77CB29DF4425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714597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Straight Connector 25">
              <a:extLst>
                <a:ext uri="{FF2B5EF4-FFF2-40B4-BE49-F238E27FC236}">
                  <a16:creationId xmlns:a16="http://schemas.microsoft.com/office/drawing/2014/main" id="{D9ACB3DB-54B2-4CEE-A791-C6FC6C758DAE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1257478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Straight Connector 26">
              <a:extLst>
                <a:ext uri="{FF2B5EF4-FFF2-40B4-BE49-F238E27FC236}">
                  <a16:creationId xmlns:a16="http://schemas.microsoft.com/office/drawing/2014/main" id="{68324004-1030-47D9-B817-425FF6ECCECC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1800359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Straight Connector 27">
              <a:extLst>
                <a:ext uri="{FF2B5EF4-FFF2-40B4-BE49-F238E27FC236}">
                  <a16:creationId xmlns:a16="http://schemas.microsoft.com/office/drawing/2014/main" id="{1AA001C4-81AB-4FA6-ADAA-C8618056353B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2343240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Straight Connector 28">
              <a:extLst>
                <a:ext uri="{FF2B5EF4-FFF2-40B4-BE49-F238E27FC236}">
                  <a16:creationId xmlns:a16="http://schemas.microsoft.com/office/drawing/2014/main" id="{8D1DAD34-7844-4F16-9874-F51F2A23B9EA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2886121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Straight Connector 29">
              <a:extLst>
                <a:ext uri="{FF2B5EF4-FFF2-40B4-BE49-F238E27FC236}">
                  <a16:creationId xmlns:a16="http://schemas.microsoft.com/office/drawing/2014/main" id="{77DCBC6D-1BDA-4CB1-A3EC-59F240C8FA19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3429002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Straight Connector 30">
              <a:extLst>
                <a:ext uri="{FF2B5EF4-FFF2-40B4-BE49-F238E27FC236}">
                  <a16:creationId xmlns:a16="http://schemas.microsoft.com/office/drawing/2014/main" id="{E5B3C1A0-58E7-47E4-831B-CF3EE21D1E90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3971883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Straight Connector 31">
              <a:extLst>
                <a:ext uri="{FF2B5EF4-FFF2-40B4-BE49-F238E27FC236}">
                  <a16:creationId xmlns:a16="http://schemas.microsoft.com/office/drawing/2014/main" id="{08A09FAA-E123-4FE4-B67A-9EBDE1A3130F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4514764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Straight Connector 32">
              <a:extLst>
                <a:ext uri="{FF2B5EF4-FFF2-40B4-BE49-F238E27FC236}">
                  <a16:creationId xmlns:a16="http://schemas.microsoft.com/office/drawing/2014/main" id="{5317B7C6-C816-4A58-B184-135E4FD19F55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5057645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Straight Connector 33">
              <a:extLst>
                <a:ext uri="{FF2B5EF4-FFF2-40B4-BE49-F238E27FC236}">
                  <a16:creationId xmlns:a16="http://schemas.microsoft.com/office/drawing/2014/main" id="{24D22ABB-4CE8-47DC-80BF-39B3E4CF7048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5600526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Straight Connector 34">
              <a:extLst>
                <a:ext uri="{FF2B5EF4-FFF2-40B4-BE49-F238E27FC236}">
                  <a16:creationId xmlns:a16="http://schemas.microsoft.com/office/drawing/2014/main" id="{3A17DE37-A292-4031-AF42-CDB00A13EE76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6857999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Straight Connector 35">
              <a:extLst>
                <a:ext uri="{FF2B5EF4-FFF2-40B4-BE49-F238E27FC236}">
                  <a16:creationId xmlns:a16="http://schemas.microsoft.com/office/drawing/2014/main" id="{B73EF673-CB75-435F-9BF3-7594EC3ADF8F}"/>
                </a:ext>
              </a:extLst>
            </p:cNvPr>
            <p:cNvCxnSpPr>
              <a:cxnSpLocks/>
            </p:cNvCxnSpPr>
            <p:nvPr/>
          </p:nvCxnSpPr>
          <p:spPr>
            <a:xfrm>
              <a:off x="16613" y="6143407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Straight Connector 36">
              <a:extLst>
                <a:ext uri="{FF2B5EF4-FFF2-40B4-BE49-F238E27FC236}">
                  <a16:creationId xmlns:a16="http://schemas.microsoft.com/office/drawing/2014/main" id="{D35F4581-15F6-47EE-87D0-1132A093DBA5}"/>
                </a:ext>
              </a:extLst>
            </p:cNvPr>
            <p:cNvCxnSpPr>
              <a:cxnSpLocks/>
            </p:cNvCxnSpPr>
            <p:nvPr/>
          </p:nvCxnSpPr>
          <p:spPr>
            <a:xfrm>
              <a:off x="684225" y="171716"/>
              <a:ext cx="0" cy="6511464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" name="Straight Connector 37">
              <a:extLst>
                <a:ext uri="{FF2B5EF4-FFF2-40B4-BE49-F238E27FC236}">
                  <a16:creationId xmlns:a16="http://schemas.microsoft.com/office/drawing/2014/main" id="{565CF984-F5BD-45C4-9A12-B02DB4F044E1}"/>
                </a:ext>
              </a:extLst>
            </p:cNvPr>
            <p:cNvCxnSpPr>
              <a:cxnSpLocks/>
            </p:cNvCxnSpPr>
            <p:nvPr/>
          </p:nvCxnSpPr>
          <p:spPr>
            <a:xfrm>
              <a:off x="11508412" y="173267"/>
              <a:ext cx="0" cy="6511464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9" name="Right Triangle 38">
            <a:extLst>
              <a:ext uri="{FF2B5EF4-FFF2-40B4-BE49-F238E27FC236}">
                <a16:creationId xmlns:a16="http://schemas.microsoft.com/office/drawing/2014/main" id="{ACE66A86-8455-497B-9CA4-F460A19E5FB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rot="18900000">
            <a:off x="7770390" y="-287370"/>
            <a:ext cx="568289" cy="568289"/>
          </a:xfrm>
          <a:prstGeom prst="rtTriangle">
            <a:avLst/>
          </a:prstGeom>
          <a:solidFill>
            <a:schemeClr val="accent1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2" name="Vertical Title 1">
            <a:extLst>
              <a:ext uri="{FF2B5EF4-FFF2-40B4-BE49-F238E27FC236}">
                <a16:creationId xmlns:a16="http://schemas.microsoft.com/office/drawing/2014/main" id="{5868C62B-71EF-4824-9EE8-6CAE1798423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7707774" y="715616"/>
            <a:ext cx="3295876" cy="5026597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243E4C8-4AA9-49D7-BF71-1AB5F2CFE1F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683588" y="715616"/>
            <a:ext cx="6770448" cy="5026597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97898B3-014E-440B-BA4E-1063392128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72BA41-EC5B-4197-BCC8-0FD2E523CD7A}" type="datetimeFigureOut">
              <a:rPr lang="en-US" smtClean="0"/>
              <a:t>11/21/2024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1C22643-CE63-4C3E-B437-5A1A5EF911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DD1CE5E-160A-4B37-94E2-3D9DC75BFF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15108C-154A-4A5A-9C05-91A49A422BA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3015253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9" name="Group 38">
            <a:extLst>
              <a:ext uri="{FF2B5EF4-FFF2-40B4-BE49-F238E27FC236}">
                <a16:creationId xmlns:a16="http://schemas.microsoft.com/office/drawing/2014/main" id="{BDF0D99C-5D42-41C6-A50C-C4E2D6B2A36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-6214" y="-1"/>
            <a:ext cx="12214827" cy="6858000"/>
            <a:chOff x="-6214" y="-1"/>
            <a:chExt cx="12214827" cy="6858000"/>
          </a:xfrm>
        </p:grpSpPr>
        <p:cxnSp>
          <p:nvCxnSpPr>
            <p:cNvPr id="40" name="Straight Connector 39">
              <a:extLst>
                <a:ext uri="{FF2B5EF4-FFF2-40B4-BE49-F238E27FC236}">
                  <a16:creationId xmlns:a16="http://schemas.microsoft.com/office/drawing/2014/main" id="{5F28962D-50BA-43F8-8863-28ECE711D3FC}"/>
                </a:ext>
              </a:extLst>
            </p:cNvPr>
            <p:cNvCxnSpPr>
              <a:cxnSpLocks/>
            </p:cNvCxnSpPr>
            <p:nvPr/>
          </p:nvCxnSpPr>
          <p:spPr>
            <a:xfrm>
              <a:off x="-6214" y="6686283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" name="Straight Connector 40">
              <a:extLst>
                <a:ext uri="{FF2B5EF4-FFF2-40B4-BE49-F238E27FC236}">
                  <a16:creationId xmlns:a16="http://schemas.microsoft.com/office/drawing/2014/main" id="{780F5939-D4E0-46FD-9A5A-5D648E381092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" name="Straight Connector 41">
              <a:extLst>
                <a:ext uri="{FF2B5EF4-FFF2-40B4-BE49-F238E27FC236}">
                  <a16:creationId xmlns:a16="http://schemas.microsoft.com/office/drawing/2014/main" id="{8633D331-78CB-40A1-B167-8185EC5D707B}"/>
                </a:ext>
              </a:extLst>
            </p:cNvPr>
            <p:cNvCxnSpPr>
              <a:cxnSpLocks/>
            </p:cNvCxnSpPr>
            <p:nvPr/>
          </p:nvCxnSpPr>
          <p:spPr>
            <a:xfrm>
              <a:off x="1199325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" name="Straight Connector 42">
              <a:extLst>
                <a:ext uri="{FF2B5EF4-FFF2-40B4-BE49-F238E27FC236}">
                  <a16:creationId xmlns:a16="http://schemas.microsoft.com/office/drawing/2014/main" id="{C512E4B1-E78E-49E7-AA36-374CC1B084E4}"/>
                </a:ext>
              </a:extLst>
            </p:cNvPr>
            <p:cNvCxnSpPr>
              <a:cxnSpLocks/>
            </p:cNvCxnSpPr>
            <p:nvPr/>
          </p:nvCxnSpPr>
          <p:spPr>
            <a:xfrm>
              <a:off x="19252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" name="Straight Connector 43">
              <a:extLst>
                <a:ext uri="{FF2B5EF4-FFF2-40B4-BE49-F238E27FC236}">
                  <a16:creationId xmlns:a16="http://schemas.microsoft.com/office/drawing/2014/main" id="{A7D46340-CBFC-490F-B44E-7AA8FBF58B05}"/>
                </a:ext>
              </a:extLst>
            </p:cNvPr>
            <p:cNvCxnSpPr>
              <a:cxnSpLocks/>
            </p:cNvCxnSpPr>
            <p:nvPr/>
          </p:nvCxnSpPr>
          <p:spPr>
            <a:xfrm>
              <a:off x="1175922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" name="Straight Connector 44">
              <a:extLst>
                <a:ext uri="{FF2B5EF4-FFF2-40B4-BE49-F238E27FC236}">
                  <a16:creationId xmlns:a16="http://schemas.microsoft.com/office/drawing/2014/main" id="{3575C26C-3EBD-4AA9-BA4D-2561E295D65D}"/>
                </a:ext>
              </a:extLst>
            </p:cNvPr>
            <p:cNvCxnSpPr>
              <a:cxnSpLocks/>
            </p:cNvCxnSpPr>
            <p:nvPr/>
          </p:nvCxnSpPr>
          <p:spPr>
            <a:xfrm>
              <a:off x="2159316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8" name="Straight Connector 47">
              <a:extLst>
                <a:ext uri="{FF2B5EF4-FFF2-40B4-BE49-F238E27FC236}">
                  <a16:creationId xmlns:a16="http://schemas.microsoft.com/office/drawing/2014/main" id="{235DB6BE-E065-4559-BF5C-36B56B379040}"/>
                </a:ext>
              </a:extLst>
            </p:cNvPr>
            <p:cNvCxnSpPr>
              <a:cxnSpLocks/>
            </p:cNvCxnSpPr>
            <p:nvPr/>
          </p:nvCxnSpPr>
          <p:spPr>
            <a:xfrm>
              <a:off x="3142710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9" name="Straight Connector 48">
              <a:extLst>
                <a:ext uri="{FF2B5EF4-FFF2-40B4-BE49-F238E27FC236}">
                  <a16:creationId xmlns:a16="http://schemas.microsoft.com/office/drawing/2014/main" id="{3DA54272-CD9D-4F68-BBAB-4F0C0C3EC635}"/>
                </a:ext>
              </a:extLst>
            </p:cNvPr>
            <p:cNvCxnSpPr>
              <a:cxnSpLocks/>
            </p:cNvCxnSpPr>
            <p:nvPr/>
          </p:nvCxnSpPr>
          <p:spPr>
            <a:xfrm>
              <a:off x="4126104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0" name="Straight Connector 49">
              <a:extLst>
                <a:ext uri="{FF2B5EF4-FFF2-40B4-BE49-F238E27FC236}">
                  <a16:creationId xmlns:a16="http://schemas.microsoft.com/office/drawing/2014/main" id="{A002CE8F-9256-4F2C-B474-58873717119E}"/>
                </a:ext>
              </a:extLst>
            </p:cNvPr>
            <p:cNvCxnSpPr>
              <a:cxnSpLocks/>
            </p:cNvCxnSpPr>
            <p:nvPr/>
          </p:nvCxnSpPr>
          <p:spPr>
            <a:xfrm>
              <a:off x="510949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1" name="Straight Connector 50">
              <a:extLst>
                <a:ext uri="{FF2B5EF4-FFF2-40B4-BE49-F238E27FC236}">
                  <a16:creationId xmlns:a16="http://schemas.microsoft.com/office/drawing/2014/main" id="{59C9DE9F-4252-401D-913E-B74C9E326F98}"/>
                </a:ext>
              </a:extLst>
            </p:cNvPr>
            <p:cNvCxnSpPr>
              <a:cxnSpLocks/>
            </p:cNvCxnSpPr>
            <p:nvPr/>
          </p:nvCxnSpPr>
          <p:spPr>
            <a:xfrm>
              <a:off x="6092892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2" name="Straight Connector 51">
              <a:extLst>
                <a:ext uri="{FF2B5EF4-FFF2-40B4-BE49-F238E27FC236}">
                  <a16:creationId xmlns:a16="http://schemas.microsoft.com/office/drawing/2014/main" id="{8FE4E69B-534F-4A80-9E1C-798BEE1B0795}"/>
                </a:ext>
              </a:extLst>
            </p:cNvPr>
            <p:cNvCxnSpPr>
              <a:cxnSpLocks/>
            </p:cNvCxnSpPr>
            <p:nvPr/>
          </p:nvCxnSpPr>
          <p:spPr>
            <a:xfrm>
              <a:off x="7076286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3" name="Straight Connector 52">
              <a:extLst>
                <a:ext uri="{FF2B5EF4-FFF2-40B4-BE49-F238E27FC236}">
                  <a16:creationId xmlns:a16="http://schemas.microsoft.com/office/drawing/2014/main" id="{27564E1C-009C-4832-AE8D-E98286693F0C}"/>
                </a:ext>
              </a:extLst>
            </p:cNvPr>
            <p:cNvCxnSpPr>
              <a:cxnSpLocks/>
            </p:cNvCxnSpPr>
            <p:nvPr/>
          </p:nvCxnSpPr>
          <p:spPr>
            <a:xfrm>
              <a:off x="8059680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4" name="Straight Connector 53">
              <a:extLst>
                <a:ext uri="{FF2B5EF4-FFF2-40B4-BE49-F238E27FC236}">
                  <a16:creationId xmlns:a16="http://schemas.microsoft.com/office/drawing/2014/main" id="{4305DF1C-5801-43F2-A8B9-5351369418C0}"/>
                </a:ext>
              </a:extLst>
            </p:cNvPr>
            <p:cNvCxnSpPr>
              <a:cxnSpLocks/>
            </p:cNvCxnSpPr>
            <p:nvPr/>
          </p:nvCxnSpPr>
          <p:spPr>
            <a:xfrm>
              <a:off x="9043074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5" name="Straight Connector 54">
              <a:extLst>
                <a:ext uri="{FF2B5EF4-FFF2-40B4-BE49-F238E27FC236}">
                  <a16:creationId xmlns:a16="http://schemas.microsoft.com/office/drawing/2014/main" id="{806E71C8-0783-4E17-9B34-F51231DD2954}"/>
                </a:ext>
              </a:extLst>
            </p:cNvPr>
            <p:cNvCxnSpPr>
              <a:cxnSpLocks/>
            </p:cNvCxnSpPr>
            <p:nvPr/>
          </p:nvCxnSpPr>
          <p:spPr>
            <a:xfrm>
              <a:off x="1002646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6" name="Straight Connector 55">
              <a:extLst>
                <a:ext uri="{FF2B5EF4-FFF2-40B4-BE49-F238E27FC236}">
                  <a16:creationId xmlns:a16="http://schemas.microsoft.com/office/drawing/2014/main" id="{FD908F17-2A89-4B0A-A2EA-692390969FE0}"/>
                </a:ext>
              </a:extLst>
            </p:cNvPr>
            <p:cNvCxnSpPr>
              <a:cxnSpLocks/>
            </p:cNvCxnSpPr>
            <p:nvPr/>
          </p:nvCxnSpPr>
          <p:spPr>
            <a:xfrm>
              <a:off x="11009862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7" name="Straight Connector 56">
              <a:extLst>
                <a:ext uri="{FF2B5EF4-FFF2-40B4-BE49-F238E27FC236}">
                  <a16:creationId xmlns:a16="http://schemas.microsoft.com/office/drawing/2014/main" id="{FBE22751-380F-44F9-BEED-0A553CF87BE5}"/>
                </a:ext>
              </a:extLst>
            </p:cNvPr>
            <p:cNvCxnSpPr>
              <a:cxnSpLocks/>
            </p:cNvCxnSpPr>
            <p:nvPr/>
          </p:nvCxnSpPr>
          <p:spPr>
            <a:xfrm>
              <a:off x="12185786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8" name="Straight Connector 57">
              <a:extLst>
                <a:ext uri="{FF2B5EF4-FFF2-40B4-BE49-F238E27FC236}">
                  <a16:creationId xmlns:a16="http://schemas.microsoft.com/office/drawing/2014/main" id="{77B27910-846F-4E4E-B588-F5B2E026FE96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171716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9" name="Straight Connector 58">
              <a:extLst>
                <a:ext uri="{FF2B5EF4-FFF2-40B4-BE49-F238E27FC236}">
                  <a16:creationId xmlns:a16="http://schemas.microsoft.com/office/drawing/2014/main" id="{E6E0501E-134E-46D7-984F-3A382B0BB29B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714597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0" name="Straight Connector 59">
              <a:extLst>
                <a:ext uri="{FF2B5EF4-FFF2-40B4-BE49-F238E27FC236}">
                  <a16:creationId xmlns:a16="http://schemas.microsoft.com/office/drawing/2014/main" id="{90A83974-CBD7-4A69-9D84-2D3BBDE027A5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1257478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1" name="Straight Connector 60">
              <a:extLst>
                <a:ext uri="{FF2B5EF4-FFF2-40B4-BE49-F238E27FC236}">
                  <a16:creationId xmlns:a16="http://schemas.microsoft.com/office/drawing/2014/main" id="{A503E931-00D4-4B0C-BC69-49FE5C766518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1800359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2" name="Straight Connector 61">
              <a:extLst>
                <a:ext uri="{FF2B5EF4-FFF2-40B4-BE49-F238E27FC236}">
                  <a16:creationId xmlns:a16="http://schemas.microsoft.com/office/drawing/2014/main" id="{97732A30-BE2F-4D71-BC37-60F7B44591B9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2343240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3" name="Straight Connector 62">
              <a:extLst>
                <a:ext uri="{FF2B5EF4-FFF2-40B4-BE49-F238E27FC236}">
                  <a16:creationId xmlns:a16="http://schemas.microsoft.com/office/drawing/2014/main" id="{0C8EB840-DE7D-4E67-989C-F4D8F50E15BD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2886121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4" name="Straight Connector 63">
              <a:extLst>
                <a:ext uri="{FF2B5EF4-FFF2-40B4-BE49-F238E27FC236}">
                  <a16:creationId xmlns:a16="http://schemas.microsoft.com/office/drawing/2014/main" id="{F05D2CC2-53CC-487E-A72E-42B1E9B18460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3429002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5" name="Straight Connector 64">
              <a:extLst>
                <a:ext uri="{FF2B5EF4-FFF2-40B4-BE49-F238E27FC236}">
                  <a16:creationId xmlns:a16="http://schemas.microsoft.com/office/drawing/2014/main" id="{03A12D6B-1D60-4F26-8FB9-74AD5B070BDF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3971883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6" name="Straight Connector 65">
              <a:extLst>
                <a:ext uri="{FF2B5EF4-FFF2-40B4-BE49-F238E27FC236}">
                  <a16:creationId xmlns:a16="http://schemas.microsoft.com/office/drawing/2014/main" id="{41895D00-2D63-443C-95A8-5EB6E5EECBFF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4514764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7" name="Straight Connector 66">
              <a:extLst>
                <a:ext uri="{FF2B5EF4-FFF2-40B4-BE49-F238E27FC236}">
                  <a16:creationId xmlns:a16="http://schemas.microsoft.com/office/drawing/2014/main" id="{6AC50652-2A56-4382-95D0-971644EE0FA9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5057645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8" name="Straight Connector 67">
              <a:extLst>
                <a:ext uri="{FF2B5EF4-FFF2-40B4-BE49-F238E27FC236}">
                  <a16:creationId xmlns:a16="http://schemas.microsoft.com/office/drawing/2014/main" id="{DA50A374-8880-482D-B54F-F74E0D7BE187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5600526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9" name="Straight Connector 68">
              <a:extLst>
                <a:ext uri="{FF2B5EF4-FFF2-40B4-BE49-F238E27FC236}">
                  <a16:creationId xmlns:a16="http://schemas.microsoft.com/office/drawing/2014/main" id="{C66364D8-CCC7-4AAF-94BC-766EC160D99E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6857999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0" name="Straight Connector 69">
              <a:extLst>
                <a:ext uri="{FF2B5EF4-FFF2-40B4-BE49-F238E27FC236}">
                  <a16:creationId xmlns:a16="http://schemas.microsoft.com/office/drawing/2014/main" id="{4A0DC409-26E2-4453-89FD-745EA849BE7F}"/>
                </a:ext>
              </a:extLst>
            </p:cNvPr>
            <p:cNvCxnSpPr>
              <a:cxnSpLocks/>
            </p:cNvCxnSpPr>
            <p:nvPr/>
          </p:nvCxnSpPr>
          <p:spPr>
            <a:xfrm>
              <a:off x="16613" y="6143407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1" name="Straight Connector 70">
              <a:extLst>
                <a:ext uri="{FF2B5EF4-FFF2-40B4-BE49-F238E27FC236}">
                  <a16:creationId xmlns:a16="http://schemas.microsoft.com/office/drawing/2014/main" id="{239ED039-D66C-4A5E-AA35-E7A5FA2E64C2}"/>
                </a:ext>
              </a:extLst>
            </p:cNvPr>
            <p:cNvCxnSpPr>
              <a:cxnSpLocks/>
            </p:cNvCxnSpPr>
            <p:nvPr/>
          </p:nvCxnSpPr>
          <p:spPr>
            <a:xfrm>
              <a:off x="684225" y="171716"/>
              <a:ext cx="0" cy="6511464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2" name="Straight Connector 71">
              <a:extLst>
                <a:ext uri="{FF2B5EF4-FFF2-40B4-BE49-F238E27FC236}">
                  <a16:creationId xmlns:a16="http://schemas.microsoft.com/office/drawing/2014/main" id="{C72C13DC-161E-49CF-96B5-5383AA052AB7}"/>
                </a:ext>
              </a:extLst>
            </p:cNvPr>
            <p:cNvCxnSpPr>
              <a:cxnSpLocks/>
            </p:cNvCxnSpPr>
            <p:nvPr/>
          </p:nvCxnSpPr>
          <p:spPr>
            <a:xfrm>
              <a:off x="11508412" y="173267"/>
              <a:ext cx="0" cy="6511464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5103067-48DA-458C-99F6-9921C19A80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1079" y="725951"/>
            <a:ext cx="10325000" cy="1442463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CB86862-507E-4F73-890F-3B77BCFA3FA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91079" y="2340131"/>
            <a:ext cx="10325000" cy="356443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EFBC0BB-AF05-4753-9159-41A16FBFC3B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683587" y="6215870"/>
            <a:ext cx="3843779" cy="417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F72BA41-EC5B-4197-BCC8-0FD2E523CD7A}" type="datetimeFigureOut">
              <a:rPr lang="en-US" smtClean="0"/>
              <a:pPr/>
              <a:t>11/21/2024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8362F82-EA1A-4B02-8A64-3B44C0D9DAC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691078" y="236364"/>
            <a:ext cx="4114800" cy="417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9C5EF32-1CA9-4CDA-8182-2FB0C30A0F6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003649" y="6215870"/>
            <a:ext cx="979151" cy="417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E15108C-154A-4A5A-9C05-91A49A422BA7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7" name="Right Triangle 6">
            <a:extLst>
              <a:ext uri="{FF2B5EF4-FFF2-40B4-BE49-F238E27FC236}">
                <a16:creationId xmlns:a16="http://schemas.microsoft.com/office/drawing/2014/main" id="{63BAC6E0-ADAC-40FB-AF53-88FA5F83738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rot="13500000">
            <a:off x="-281094" y="1516214"/>
            <a:ext cx="568289" cy="568289"/>
          </a:xfrm>
          <a:prstGeom prst="rtTriangle">
            <a:avLst/>
          </a:prstGeom>
          <a:solidFill>
            <a:schemeClr val="accent1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8221077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9" r:id="rId1"/>
    <p:sldLayoutId id="2147483720" r:id="rId2"/>
    <p:sldLayoutId id="2147483721" r:id="rId3"/>
    <p:sldLayoutId id="2147483722" r:id="rId4"/>
    <p:sldLayoutId id="2147483723" r:id="rId5"/>
    <p:sldLayoutId id="2147483717" r:id="rId6"/>
    <p:sldLayoutId id="2147483713" r:id="rId7"/>
    <p:sldLayoutId id="2147483714" r:id="rId8"/>
    <p:sldLayoutId id="2147483715" r:id="rId9"/>
    <p:sldLayoutId id="2147483716" r:id="rId10"/>
    <p:sldLayoutId id="2147483718" r:id="rId11"/>
  </p:sldLayoutIdLst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4400" kern="120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10000"/>
        </a:lnSpc>
        <a:spcBef>
          <a:spcPts val="1000"/>
        </a:spcBef>
        <a:buClr>
          <a:schemeClr val="tx2">
            <a:lumMod val="50000"/>
            <a:lumOff val="50000"/>
          </a:schemeClr>
        </a:buClr>
        <a:buSzPct val="75000"/>
        <a:buFont typeface="Wingdings" panose="05000000000000000000" pitchFamily="2" charset="2"/>
        <a:buChar char="§"/>
        <a:defRPr sz="2000" kern="1200">
          <a:solidFill>
            <a:schemeClr val="tx2"/>
          </a:solidFill>
          <a:latin typeface="+mn-lt"/>
          <a:ea typeface="+mn-ea"/>
          <a:cs typeface="+mn-cs"/>
        </a:defRPr>
      </a:lvl1pPr>
      <a:lvl2pPr marL="457200" indent="-228600" algn="l" defTabSz="914400" rtl="0" eaLnBrk="1" latinLnBrk="0" hangingPunct="1">
        <a:lnSpc>
          <a:spcPct val="110000"/>
        </a:lnSpc>
        <a:spcBef>
          <a:spcPts val="500"/>
        </a:spcBef>
        <a:buClr>
          <a:schemeClr val="tx2">
            <a:lumMod val="50000"/>
            <a:lumOff val="50000"/>
          </a:schemeClr>
        </a:buClr>
        <a:buSzPct val="75000"/>
        <a:buFont typeface="Wingdings" panose="05000000000000000000" pitchFamily="2" charset="2"/>
        <a:buChar char="§"/>
        <a:defRPr sz="1800" kern="1200">
          <a:solidFill>
            <a:schemeClr val="tx2"/>
          </a:solidFill>
          <a:latin typeface="+mn-lt"/>
          <a:ea typeface="+mn-ea"/>
          <a:cs typeface="+mn-cs"/>
        </a:defRPr>
      </a:lvl2pPr>
      <a:lvl3pPr marL="685800" indent="-228600" algn="l" defTabSz="914400" rtl="0" eaLnBrk="1" latinLnBrk="0" hangingPunct="1">
        <a:lnSpc>
          <a:spcPct val="110000"/>
        </a:lnSpc>
        <a:spcBef>
          <a:spcPts val="500"/>
        </a:spcBef>
        <a:buClr>
          <a:schemeClr val="tx2">
            <a:lumMod val="50000"/>
            <a:lumOff val="50000"/>
          </a:schemeClr>
        </a:buClr>
        <a:buSzPct val="75000"/>
        <a:buFont typeface="Wingdings" panose="05000000000000000000" pitchFamily="2" charset="2"/>
        <a:buChar char="§"/>
        <a:defRPr sz="1600" kern="1200">
          <a:solidFill>
            <a:schemeClr val="tx2"/>
          </a:solidFill>
          <a:latin typeface="+mn-lt"/>
          <a:ea typeface="+mn-ea"/>
          <a:cs typeface="+mn-cs"/>
        </a:defRPr>
      </a:lvl3pPr>
      <a:lvl4pPr marL="914400" indent="-228600" algn="l" defTabSz="914400" rtl="0" eaLnBrk="1" latinLnBrk="0" hangingPunct="1">
        <a:lnSpc>
          <a:spcPct val="110000"/>
        </a:lnSpc>
        <a:spcBef>
          <a:spcPts val="500"/>
        </a:spcBef>
        <a:buClr>
          <a:schemeClr val="tx2">
            <a:lumMod val="50000"/>
            <a:lumOff val="50000"/>
          </a:schemeClr>
        </a:buClr>
        <a:buSzPct val="75000"/>
        <a:buFont typeface="Wingdings" panose="05000000000000000000" pitchFamily="2" charset="2"/>
        <a:buChar char="§"/>
        <a:defRPr sz="1400" kern="1200">
          <a:solidFill>
            <a:schemeClr val="tx2"/>
          </a:solidFill>
          <a:latin typeface="+mn-lt"/>
          <a:ea typeface="+mn-ea"/>
          <a:cs typeface="+mn-cs"/>
        </a:defRPr>
      </a:lvl4pPr>
      <a:lvl5pPr marL="1143000" indent="-228600" algn="l" defTabSz="914400" rtl="0" eaLnBrk="1" latinLnBrk="0" hangingPunct="1">
        <a:lnSpc>
          <a:spcPct val="110000"/>
        </a:lnSpc>
        <a:spcBef>
          <a:spcPts val="500"/>
        </a:spcBef>
        <a:buClr>
          <a:schemeClr val="tx2">
            <a:lumMod val="50000"/>
            <a:lumOff val="50000"/>
          </a:schemeClr>
        </a:buClr>
        <a:buSzPct val="75000"/>
        <a:buFont typeface="Wingdings" panose="05000000000000000000" pitchFamily="2" charset="2"/>
        <a:buChar char="§"/>
        <a:defRPr sz="1400" kern="1200">
          <a:solidFill>
            <a:schemeClr val="tx2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eg"/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sv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13B6DAC6-0186-4D62-AD69-90B9C0411EA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1"/>
              </a:solidFill>
            </a:endParaRPr>
          </a:p>
        </p:txBody>
      </p:sp>
      <p:sp useBgFill="1">
        <p:nvSpPr>
          <p:cNvPr id="12" name="Freeform: Shape 11">
            <a:extLst>
              <a:ext uri="{FF2B5EF4-FFF2-40B4-BE49-F238E27FC236}">
                <a16:creationId xmlns:a16="http://schemas.microsoft.com/office/drawing/2014/main" id="{8BD06E9B-D0BF-47A6-AE6D-EAD49312804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V="1">
            <a:off x="5490555" y="162759"/>
            <a:ext cx="6857996" cy="6532473"/>
          </a:xfrm>
          <a:custGeom>
            <a:avLst/>
            <a:gdLst>
              <a:gd name="connsiteX0" fmla="*/ 0 w 6857996"/>
              <a:gd name="connsiteY0" fmla="*/ 2827344 h 6142577"/>
              <a:gd name="connsiteX1" fmla="*/ 0 w 6857996"/>
              <a:gd name="connsiteY1" fmla="*/ 5080510 h 6142577"/>
              <a:gd name="connsiteX2" fmla="*/ 3 w 6857996"/>
              <a:gd name="connsiteY2" fmla="*/ 5080510 h 6142577"/>
              <a:gd name="connsiteX3" fmla="*/ 3 w 6857996"/>
              <a:gd name="connsiteY3" fmla="*/ 6142577 h 6142577"/>
              <a:gd name="connsiteX4" fmla="*/ 6857996 w 6857996"/>
              <a:gd name="connsiteY4" fmla="*/ 6142577 h 6142577"/>
              <a:gd name="connsiteX5" fmla="*/ 6857996 w 6857996"/>
              <a:gd name="connsiteY5" fmla="*/ 3928749 h 6142577"/>
              <a:gd name="connsiteX6" fmla="*/ 6857996 w 6857996"/>
              <a:gd name="connsiteY6" fmla="*/ 2572597 h 6142577"/>
              <a:gd name="connsiteX7" fmla="*/ 6857996 w 6857996"/>
              <a:gd name="connsiteY7" fmla="*/ 307516 h 6142577"/>
              <a:gd name="connsiteX8" fmla="*/ 6550769 w 6857996"/>
              <a:gd name="connsiteY8" fmla="*/ 222609 h 6142577"/>
              <a:gd name="connsiteX9" fmla="*/ 5031274 w 6857996"/>
              <a:gd name="connsiteY9" fmla="*/ 33 h 6142577"/>
              <a:gd name="connsiteX10" fmla="*/ 310659 w 6857996"/>
              <a:gd name="connsiteY10" fmla="*/ 1067285 h 6142577"/>
              <a:gd name="connsiteX11" fmla="*/ 2 w 6857996"/>
              <a:gd name="connsiteY11" fmla="*/ 1072307 h 6142577"/>
              <a:gd name="connsiteX12" fmla="*/ 2 w 6857996"/>
              <a:gd name="connsiteY12" fmla="*/ 2827344 h 614257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6857996" h="6142577">
                <a:moveTo>
                  <a:pt x="0" y="2827344"/>
                </a:moveTo>
                <a:lnTo>
                  <a:pt x="0" y="5080510"/>
                </a:lnTo>
                <a:lnTo>
                  <a:pt x="3" y="5080510"/>
                </a:lnTo>
                <a:lnTo>
                  <a:pt x="3" y="6142577"/>
                </a:lnTo>
                <a:lnTo>
                  <a:pt x="6857996" y="6142577"/>
                </a:lnTo>
                <a:lnTo>
                  <a:pt x="6857996" y="3928749"/>
                </a:lnTo>
                <a:lnTo>
                  <a:pt x="6857996" y="2572597"/>
                </a:lnTo>
                <a:lnTo>
                  <a:pt x="6857996" y="307516"/>
                </a:lnTo>
                <a:lnTo>
                  <a:pt x="6550769" y="222609"/>
                </a:lnTo>
                <a:cubicBezTo>
                  <a:pt x="5946238" y="65902"/>
                  <a:pt x="5454822" y="1688"/>
                  <a:pt x="5031274" y="33"/>
                </a:cubicBezTo>
                <a:cubicBezTo>
                  <a:pt x="3337081" y="-6590"/>
                  <a:pt x="2728780" y="987729"/>
                  <a:pt x="310659" y="1067285"/>
                </a:cubicBezTo>
                <a:lnTo>
                  <a:pt x="2" y="1072307"/>
                </a:lnTo>
                <a:lnTo>
                  <a:pt x="2" y="2827344"/>
                </a:lnTo>
                <a:close/>
              </a:path>
            </a:pathLst>
          </a:custGeom>
          <a:solidFill>
            <a:srgbClr val="BCBCBC">
              <a:alpha val="3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A0297160-077C-4B0C-9F1E-6519CEDB84C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6214" y="-1"/>
            <a:ext cx="12214827" cy="6858000"/>
            <a:chOff x="-6214" y="-1"/>
            <a:chExt cx="12214827" cy="6858000"/>
          </a:xfrm>
        </p:grpSpPr>
        <p:cxnSp>
          <p:nvCxnSpPr>
            <p:cNvPr id="8" name="Straight Connector 7">
              <a:extLst>
                <a:ext uri="{FF2B5EF4-FFF2-40B4-BE49-F238E27FC236}">
                  <a16:creationId xmlns:a16="http://schemas.microsoft.com/office/drawing/2014/main" id="{31F77CDE-CC8E-40E6-8745-8D7CB6208F8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-6214" y="6686283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6" name="Straight Connector 45">
              <a:extLst>
                <a:ext uri="{FF2B5EF4-FFF2-40B4-BE49-F238E27FC236}">
                  <a16:creationId xmlns:a16="http://schemas.microsoft.com/office/drawing/2014/main" id="{83FCA172-142C-4352-A938-33B43EC3BEA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Connector 16">
              <a:extLst>
                <a:ext uri="{FF2B5EF4-FFF2-40B4-BE49-F238E27FC236}">
                  <a16:creationId xmlns:a16="http://schemas.microsoft.com/office/drawing/2014/main" id="{253BB53B-6660-4F6B-8C3C-4EAA148CFFD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99325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>
              <a:extLst>
                <a:ext uri="{FF2B5EF4-FFF2-40B4-BE49-F238E27FC236}">
                  <a16:creationId xmlns:a16="http://schemas.microsoft.com/office/drawing/2014/main" id="{921D1E67-3038-4399-8F14-244731FAE31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9252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>
              <a:extLst>
                <a:ext uri="{FF2B5EF4-FFF2-40B4-BE49-F238E27FC236}">
                  <a16:creationId xmlns:a16="http://schemas.microsoft.com/office/drawing/2014/main" id="{B9A17FB9-5481-4E6D-A157-C4A1D8F2974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75922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>
              <a:extLst>
                <a:ext uri="{FF2B5EF4-FFF2-40B4-BE49-F238E27FC236}">
                  <a16:creationId xmlns:a16="http://schemas.microsoft.com/office/drawing/2014/main" id="{9B5B4D4B-6074-48B5-B7D7-5B22BDC2AD8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2159316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>
              <a:extLst>
                <a:ext uri="{FF2B5EF4-FFF2-40B4-BE49-F238E27FC236}">
                  <a16:creationId xmlns:a16="http://schemas.microsoft.com/office/drawing/2014/main" id="{DFE68CF5-4975-4F0E-98F8-E40F12E8FEA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3142710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Connector 21">
              <a:extLst>
                <a:ext uri="{FF2B5EF4-FFF2-40B4-BE49-F238E27FC236}">
                  <a16:creationId xmlns:a16="http://schemas.microsoft.com/office/drawing/2014/main" id="{B63AD0D6-BFAB-41EE-A0DD-BFEB6844D11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4126104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Connector 22">
              <a:extLst>
                <a:ext uri="{FF2B5EF4-FFF2-40B4-BE49-F238E27FC236}">
                  <a16:creationId xmlns:a16="http://schemas.microsoft.com/office/drawing/2014/main" id="{A7EA9615-8E94-4E0C-BAF0-C52132326CD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510949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Straight Connector 23">
              <a:extLst>
                <a:ext uri="{FF2B5EF4-FFF2-40B4-BE49-F238E27FC236}">
                  <a16:creationId xmlns:a16="http://schemas.microsoft.com/office/drawing/2014/main" id="{96A76D71-0BE7-402F-BF24-CB0154E2A00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6092892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Straight Connector 24">
              <a:extLst>
                <a:ext uri="{FF2B5EF4-FFF2-40B4-BE49-F238E27FC236}">
                  <a16:creationId xmlns:a16="http://schemas.microsoft.com/office/drawing/2014/main" id="{8B18C09B-8FB5-4D88-B4FF-2090E7818FE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76286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Straight Connector 25">
              <a:extLst>
                <a:ext uri="{FF2B5EF4-FFF2-40B4-BE49-F238E27FC236}">
                  <a16:creationId xmlns:a16="http://schemas.microsoft.com/office/drawing/2014/main" id="{3A06FA18-2473-40B2-8AE0-DEDDC5E9A37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8059680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Straight Connector 26">
              <a:extLst>
                <a:ext uri="{FF2B5EF4-FFF2-40B4-BE49-F238E27FC236}">
                  <a16:creationId xmlns:a16="http://schemas.microsoft.com/office/drawing/2014/main" id="{F187746C-FE57-4160-B924-6B283B3323D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9043074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Straight Connector 27">
              <a:extLst>
                <a:ext uri="{FF2B5EF4-FFF2-40B4-BE49-F238E27FC236}">
                  <a16:creationId xmlns:a16="http://schemas.microsoft.com/office/drawing/2014/main" id="{D7337AAE-EB93-4FBD-9904-03664126075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002646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Straight Connector 28">
              <a:extLst>
                <a:ext uri="{FF2B5EF4-FFF2-40B4-BE49-F238E27FC236}">
                  <a16:creationId xmlns:a16="http://schemas.microsoft.com/office/drawing/2014/main" id="{D6FA7169-C5DB-4F02-935F-AA39EDA4B74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009862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Straight Connector 29">
              <a:extLst>
                <a:ext uri="{FF2B5EF4-FFF2-40B4-BE49-F238E27FC236}">
                  <a16:creationId xmlns:a16="http://schemas.microsoft.com/office/drawing/2014/main" id="{A4195B93-DBB3-4197-8D91-A786D4753A9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2185786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Straight Connector 30">
              <a:extLst>
                <a:ext uri="{FF2B5EF4-FFF2-40B4-BE49-F238E27FC236}">
                  <a16:creationId xmlns:a16="http://schemas.microsoft.com/office/drawing/2014/main" id="{3F2FF9EB-46CC-4A22-AF8A-9D11BC9666E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171716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Straight Connector 31">
              <a:extLst>
                <a:ext uri="{FF2B5EF4-FFF2-40B4-BE49-F238E27FC236}">
                  <a16:creationId xmlns:a16="http://schemas.microsoft.com/office/drawing/2014/main" id="{2631DADE-538C-4EA4-9D90-3AED82E01BE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714597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Straight Connector 32">
              <a:extLst>
                <a:ext uri="{FF2B5EF4-FFF2-40B4-BE49-F238E27FC236}">
                  <a16:creationId xmlns:a16="http://schemas.microsoft.com/office/drawing/2014/main" id="{035A7E2F-77A0-48A1-A881-1A12940D8F0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1257478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Straight Connector 33">
              <a:extLst>
                <a:ext uri="{FF2B5EF4-FFF2-40B4-BE49-F238E27FC236}">
                  <a16:creationId xmlns:a16="http://schemas.microsoft.com/office/drawing/2014/main" id="{5AC39BAD-DB08-4260-BCE5-4E1FB09A442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1800359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Straight Connector 34">
              <a:extLst>
                <a:ext uri="{FF2B5EF4-FFF2-40B4-BE49-F238E27FC236}">
                  <a16:creationId xmlns:a16="http://schemas.microsoft.com/office/drawing/2014/main" id="{468F31ED-A97B-4A9A-9F56-221FFB7A317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2343240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Straight Connector 35">
              <a:extLst>
                <a:ext uri="{FF2B5EF4-FFF2-40B4-BE49-F238E27FC236}">
                  <a16:creationId xmlns:a16="http://schemas.microsoft.com/office/drawing/2014/main" id="{F362574E-3A61-4C31-915F-F541B7BE084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2886121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Straight Connector 36">
              <a:extLst>
                <a:ext uri="{FF2B5EF4-FFF2-40B4-BE49-F238E27FC236}">
                  <a16:creationId xmlns:a16="http://schemas.microsoft.com/office/drawing/2014/main" id="{132BD431-3E1E-4528-AC59-5A23CE4CBA3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3429002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" name="Straight Connector 37">
              <a:extLst>
                <a:ext uri="{FF2B5EF4-FFF2-40B4-BE49-F238E27FC236}">
                  <a16:creationId xmlns:a16="http://schemas.microsoft.com/office/drawing/2014/main" id="{7DE7131F-209C-4427-96DA-26E0E973EE4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3971883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" name="Straight Connector 38">
              <a:extLst>
                <a:ext uri="{FF2B5EF4-FFF2-40B4-BE49-F238E27FC236}">
                  <a16:creationId xmlns:a16="http://schemas.microsoft.com/office/drawing/2014/main" id="{3283DFDB-6A1C-41B8-B590-9660646991E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4514764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" name="Straight Connector 39">
              <a:extLst>
                <a:ext uri="{FF2B5EF4-FFF2-40B4-BE49-F238E27FC236}">
                  <a16:creationId xmlns:a16="http://schemas.microsoft.com/office/drawing/2014/main" id="{1DA3D6B3-30E3-4C45-A709-4F775DB8467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5057645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" name="Straight Connector 40">
              <a:extLst>
                <a:ext uri="{FF2B5EF4-FFF2-40B4-BE49-F238E27FC236}">
                  <a16:creationId xmlns:a16="http://schemas.microsoft.com/office/drawing/2014/main" id="{8F481924-9C4A-4A91-8AB4-D796F33D736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5600526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" name="Straight Connector 41">
              <a:extLst>
                <a:ext uri="{FF2B5EF4-FFF2-40B4-BE49-F238E27FC236}">
                  <a16:creationId xmlns:a16="http://schemas.microsoft.com/office/drawing/2014/main" id="{53787DCF-DA69-4379-94AB-C361DF32605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6857999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" name="Straight Connector 42">
              <a:extLst>
                <a:ext uri="{FF2B5EF4-FFF2-40B4-BE49-F238E27FC236}">
                  <a16:creationId xmlns:a16="http://schemas.microsoft.com/office/drawing/2014/main" id="{753DC9D9-196D-4C02-982F-935945BD57C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6613" y="6143407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" name="Straight Connector 43">
              <a:extLst>
                <a:ext uri="{FF2B5EF4-FFF2-40B4-BE49-F238E27FC236}">
                  <a16:creationId xmlns:a16="http://schemas.microsoft.com/office/drawing/2014/main" id="{E2AF9976-A85B-4FAC-ACA0-7B4F06D180B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684225" y="171716"/>
              <a:ext cx="0" cy="6511464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" name="Straight Connector 44">
              <a:extLst>
                <a:ext uri="{FF2B5EF4-FFF2-40B4-BE49-F238E27FC236}">
                  <a16:creationId xmlns:a16="http://schemas.microsoft.com/office/drawing/2014/main" id="{BFD38ACD-F4A1-4970-BE99-87B0A04829F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508412" y="173267"/>
              <a:ext cx="0" cy="6511464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47" name="Right Triangle 46">
            <a:extLst>
              <a:ext uri="{FF2B5EF4-FFF2-40B4-BE49-F238E27FC236}">
                <a16:creationId xmlns:a16="http://schemas.microsoft.com/office/drawing/2014/main" id="{429C64BC-8915-422E-9361-EE04C48FFD4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3500000">
            <a:off x="-281094" y="2610287"/>
            <a:ext cx="568289" cy="568289"/>
          </a:xfrm>
          <a:prstGeom prst="rtTriangle">
            <a:avLst/>
          </a:prstGeom>
          <a:solidFill>
            <a:schemeClr val="accent1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03211" y="1713503"/>
            <a:ext cx="5402451" cy="2460770"/>
          </a:xfrm>
        </p:spPr>
        <p:txBody>
          <a:bodyPr>
            <a:normAutofit/>
          </a:bodyPr>
          <a:lstStyle/>
          <a:p>
            <a:r>
              <a:rPr lang="en-US" b="1" dirty="0"/>
              <a:t>Hydrophobic Concrete</a:t>
            </a:r>
            <a:endParaRPr lang="en-US" dirty="0">
              <a:solidFill>
                <a:srgbClr val="000000"/>
              </a:solidFill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01611" y="4521197"/>
            <a:ext cx="4412201" cy="2306639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/>
              <a:t>Project By-</a:t>
            </a:r>
          </a:p>
        </p:txBody>
      </p:sp>
      <p:pic>
        <p:nvPicPr>
          <p:cNvPr id="5" name="Picture 4" descr="Water drops on a surface&#10;&#10;Description automatically generated">
            <a:extLst>
              <a:ext uri="{FF2B5EF4-FFF2-40B4-BE49-F238E27FC236}">
                <a16:creationId xmlns:a16="http://schemas.microsoft.com/office/drawing/2014/main" id="{22806367-74D9-8372-1FEC-7EBC27A0655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91438" y="2016217"/>
            <a:ext cx="4035805" cy="2563252"/>
          </a:xfrm>
          <a:prstGeom prst="rect">
            <a:avLst/>
          </a:prstGeom>
        </p:spPr>
      </p:pic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B87656C3-B635-4C79-965C-3F29FE78E0D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94275230"/>
              </p:ext>
            </p:extLst>
          </p:nvPr>
        </p:nvGraphicFramePr>
        <p:xfrm>
          <a:off x="304800" y="5054600"/>
          <a:ext cx="11427547" cy="123105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827911">
                  <a:extLst>
                    <a:ext uri="{9D8B030D-6E8A-4147-A177-3AD203B41FA5}">
                      <a16:colId xmlns:a16="http://schemas.microsoft.com/office/drawing/2014/main" val="2742064117"/>
                    </a:ext>
                  </a:extLst>
                </a:gridCol>
                <a:gridCol w="7599636">
                  <a:extLst>
                    <a:ext uri="{9D8B030D-6E8A-4147-A177-3AD203B41FA5}">
                      <a16:colId xmlns:a16="http://schemas.microsoft.com/office/drawing/2014/main" val="2696676021"/>
                    </a:ext>
                  </a:extLst>
                </a:gridCol>
              </a:tblGrid>
              <a:tr h="41035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ROLL NUMBER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NAME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123716707"/>
                  </a:ext>
                </a:extLst>
              </a:tr>
              <a:tr h="41035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P2366005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Yash Sant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168715265"/>
                  </a:ext>
                </a:extLst>
              </a:tr>
              <a:tr h="41035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P2366007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Sarang </a:t>
                      </a:r>
                      <a:r>
                        <a:rPr lang="en-US" dirty="0" err="1"/>
                        <a:t>Deore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223038705"/>
                  </a:ext>
                </a:extLst>
              </a:tr>
            </a:tbl>
          </a:graphicData>
        </a:graphic>
      </p:graphicFrame>
      <p:pic>
        <p:nvPicPr>
          <p:cNvPr id="4" name="Picture 3" descr="A logo for a university&#10;&#10;Description automatically generated">
            <a:extLst>
              <a:ext uri="{FF2B5EF4-FFF2-40B4-BE49-F238E27FC236}">
                <a16:creationId xmlns:a16="http://schemas.microsoft.com/office/drawing/2014/main" id="{A2970B0F-520A-272A-5DAE-127AF2CF8C74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-201" t="15480" r="8833" b="19681"/>
          <a:stretch/>
        </p:blipFill>
        <p:spPr>
          <a:xfrm>
            <a:off x="-3904" y="-1837"/>
            <a:ext cx="2635979" cy="1909062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7D6D0984-DC9C-E4FF-AA24-AD0B99795818}"/>
              </a:ext>
            </a:extLst>
          </p:cNvPr>
          <p:cNvSpPr txBox="1"/>
          <p:nvPr/>
        </p:nvSpPr>
        <p:spPr>
          <a:xfrm>
            <a:off x="2959099" y="698500"/>
            <a:ext cx="7899399" cy="120032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3600" b="1" dirty="0"/>
              <a:t>Course Code: CVL304T</a:t>
            </a:r>
          </a:p>
          <a:p>
            <a:r>
              <a:rPr lang="en-US" sz="3600" b="1" dirty="0"/>
              <a:t>Course Name: Concrete Technology</a:t>
            </a:r>
          </a:p>
        </p:txBody>
      </p:sp>
    </p:spTree>
    <p:extLst>
      <p:ext uri="{BB962C8B-B14F-4D97-AF65-F5344CB8AC3E}">
        <p14:creationId xmlns:p14="http://schemas.microsoft.com/office/powerpoint/2010/main" val="10985722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1" name="Rectangle 80">
            <a:extLst>
              <a:ext uri="{FF2B5EF4-FFF2-40B4-BE49-F238E27FC236}">
                <a16:creationId xmlns:a16="http://schemas.microsoft.com/office/drawing/2014/main" id="{1C582B07-D0F0-4B6B-A5D9-D2F192CB3A4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1"/>
              </a:solidFill>
            </a:endParaRPr>
          </a:p>
        </p:txBody>
      </p:sp>
      <p:grpSp>
        <p:nvGrpSpPr>
          <p:cNvPr id="83" name="Group 82">
            <a:extLst>
              <a:ext uri="{FF2B5EF4-FFF2-40B4-BE49-F238E27FC236}">
                <a16:creationId xmlns:a16="http://schemas.microsoft.com/office/drawing/2014/main" id="{807F70BA-21EF-4B7D-ACFF-D02E136D44B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6214" y="-1"/>
            <a:ext cx="12214827" cy="6858000"/>
            <a:chOff x="-6214" y="-1"/>
            <a:chExt cx="12214827" cy="6858000"/>
          </a:xfrm>
        </p:grpSpPr>
        <p:cxnSp>
          <p:nvCxnSpPr>
            <p:cNvPr id="84" name="Straight Connector 83">
              <a:extLst>
                <a:ext uri="{FF2B5EF4-FFF2-40B4-BE49-F238E27FC236}">
                  <a16:creationId xmlns:a16="http://schemas.microsoft.com/office/drawing/2014/main" id="{7D487A9C-B45A-450B-B04B-02570D8F419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-6214" y="6686283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5" name="Straight Connector 84">
              <a:extLst>
                <a:ext uri="{FF2B5EF4-FFF2-40B4-BE49-F238E27FC236}">
                  <a16:creationId xmlns:a16="http://schemas.microsoft.com/office/drawing/2014/main" id="{09C56948-B944-4EAA-A601-1C3F289A7CD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6" name="Straight Connector 85">
              <a:extLst>
                <a:ext uri="{FF2B5EF4-FFF2-40B4-BE49-F238E27FC236}">
                  <a16:creationId xmlns:a16="http://schemas.microsoft.com/office/drawing/2014/main" id="{43EFFD07-1C36-4595-9832-727669712CF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99325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7" name="Straight Connector 86">
              <a:extLst>
                <a:ext uri="{FF2B5EF4-FFF2-40B4-BE49-F238E27FC236}">
                  <a16:creationId xmlns:a16="http://schemas.microsoft.com/office/drawing/2014/main" id="{FA5917E5-3154-42BC-8308-71C3D44DB41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9252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8" name="Straight Connector 87">
              <a:extLst>
                <a:ext uri="{FF2B5EF4-FFF2-40B4-BE49-F238E27FC236}">
                  <a16:creationId xmlns:a16="http://schemas.microsoft.com/office/drawing/2014/main" id="{4B05D64D-A9ED-421A-9ABE-761977A8153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75922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9" name="Straight Connector 88">
              <a:extLst>
                <a:ext uri="{FF2B5EF4-FFF2-40B4-BE49-F238E27FC236}">
                  <a16:creationId xmlns:a16="http://schemas.microsoft.com/office/drawing/2014/main" id="{25E49393-F5BE-4823-92E3-7A624F7EAAE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2159316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0" name="Straight Connector 89">
              <a:extLst>
                <a:ext uri="{FF2B5EF4-FFF2-40B4-BE49-F238E27FC236}">
                  <a16:creationId xmlns:a16="http://schemas.microsoft.com/office/drawing/2014/main" id="{46035503-21C0-4568-B46B-90BB750327C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3142710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1" name="Straight Connector 90">
              <a:extLst>
                <a:ext uri="{FF2B5EF4-FFF2-40B4-BE49-F238E27FC236}">
                  <a16:creationId xmlns:a16="http://schemas.microsoft.com/office/drawing/2014/main" id="{F5CACA2B-D1AF-419E-BFBF-413F69DFDB8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4126104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2" name="Straight Connector 91">
              <a:extLst>
                <a:ext uri="{FF2B5EF4-FFF2-40B4-BE49-F238E27FC236}">
                  <a16:creationId xmlns:a16="http://schemas.microsoft.com/office/drawing/2014/main" id="{2284408D-F3CE-466F-A0C8-D27F2BCFC62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510949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3" name="Straight Connector 92">
              <a:extLst>
                <a:ext uri="{FF2B5EF4-FFF2-40B4-BE49-F238E27FC236}">
                  <a16:creationId xmlns:a16="http://schemas.microsoft.com/office/drawing/2014/main" id="{A2C5065B-1474-4D66-99DB-CFEF811C0FD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6092892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4" name="Straight Connector 93">
              <a:extLst>
                <a:ext uri="{FF2B5EF4-FFF2-40B4-BE49-F238E27FC236}">
                  <a16:creationId xmlns:a16="http://schemas.microsoft.com/office/drawing/2014/main" id="{6C6F4B51-92DC-4003-A3E7-28710D57AB9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76286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5" name="Straight Connector 94">
              <a:extLst>
                <a:ext uri="{FF2B5EF4-FFF2-40B4-BE49-F238E27FC236}">
                  <a16:creationId xmlns:a16="http://schemas.microsoft.com/office/drawing/2014/main" id="{0D5C13CE-E4FE-4F85-BC09-9C950ED7526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8059680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6" name="Straight Connector 95">
              <a:extLst>
                <a:ext uri="{FF2B5EF4-FFF2-40B4-BE49-F238E27FC236}">
                  <a16:creationId xmlns:a16="http://schemas.microsoft.com/office/drawing/2014/main" id="{851C5D97-1CDA-475E-BAC6-EE58999872A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9043074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7" name="Straight Connector 96">
              <a:extLst>
                <a:ext uri="{FF2B5EF4-FFF2-40B4-BE49-F238E27FC236}">
                  <a16:creationId xmlns:a16="http://schemas.microsoft.com/office/drawing/2014/main" id="{DB712EBA-54FF-45FE-9A4E-98C0C0EC23F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002646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8" name="Straight Connector 97">
              <a:extLst>
                <a:ext uri="{FF2B5EF4-FFF2-40B4-BE49-F238E27FC236}">
                  <a16:creationId xmlns:a16="http://schemas.microsoft.com/office/drawing/2014/main" id="{7E0AB49E-A89E-4B6C-AAAA-96E326D154A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009862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9" name="Straight Connector 98">
              <a:extLst>
                <a:ext uri="{FF2B5EF4-FFF2-40B4-BE49-F238E27FC236}">
                  <a16:creationId xmlns:a16="http://schemas.microsoft.com/office/drawing/2014/main" id="{1E63E817-E471-4A64-9EF6-FFB1FBB3481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2185786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0" name="Straight Connector 99">
              <a:extLst>
                <a:ext uri="{FF2B5EF4-FFF2-40B4-BE49-F238E27FC236}">
                  <a16:creationId xmlns:a16="http://schemas.microsoft.com/office/drawing/2014/main" id="{E4BB2927-CDAC-455A-8D26-8582DD13DDF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171716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1" name="Straight Connector 100">
              <a:extLst>
                <a:ext uri="{FF2B5EF4-FFF2-40B4-BE49-F238E27FC236}">
                  <a16:creationId xmlns:a16="http://schemas.microsoft.com/office/drawing/2014/main" id="{A8E42F79-594B-4397-8A30-281228EF993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714597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2" name="Straight Connector 101">
              <a:extLst>
                <a:ext uri="{FF2B5EF4-FFF2-40B4-BE49-F238E27FC236}">
                  <a16:creationId xmlns:a16="http://schemas.microsoft.com/office/drawing/2014/main" id="{6E578AA8-0A5F-4BAA-AAFC-8A1E07838B1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1257478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3" name="Straight Connector 102">
              <a:extLst>
                <a:ext uri="{FF2B5EF4-FFF2-40B4-BE49-F238E27FC236}">
                  <a16:creationId xmlns:a16="http://schemas.microsoft.com/office/drawing/2014/main" id="{9BA6CB24-165E-4D82-A315-18FFF8ABC6C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1800359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4" name="Straight Connector 103">
              <a:extLst>
                <a:ext uri="{FF2B5EF4-FFF2-40B4-BE49-F238E27FC236}">
                  <a16:creationId xmlns:a16="http://schemas.microsoft.com/office/drawing/2014/main" id="{6A7AFC89-7922-47E2-8920-9883AF13C2E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2343240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5" name="Straight Connector 104">
              <a:extLst>
                <a:ext uri="{FF2B5EF4-FFF2-40B4-BE49-F238E27FC236}">
                  <a16:creationId xmlns:a16="http://schemas.microsoft.com/office/drawing/2014/main" id="{82D63DEE-348A-4118-952F-DCD6FC1B6D2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2886121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6" name="Straight Connector 105">
              <a:extLst>
                <a:ext uri="{FF2B5EF4-FFF2-40B4-BE49-F238E27FC236}">
                  <a16:creationId xmlns:a16="http://schemas.microsoft.com/office/drawing/2014/main" id="{47A17409-8146-400D-A3C1-1E93FE2056D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3429002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7" name="Straight Connector 106">
              <a:extLst>
                <a:ext uri="{FF2B5EF4-FFF2-40B4-BE49-F238E27FC236}">
                  <a16:creationId xmlns:a16="http://schemas.microsoft.com/office/drawing/2014/main" id="{621B7B93-01A0-4FDD-A6E1-57295778182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3971883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8" name="Straight Connector 107">
              <a:extLst>
                <a:ext uri="{FF2B5EF4-FFF2-40B4-BE49-F238E27FC236}">
                  <a16:creationId xmlns:a16="http://schemas.microsoft.com/office/drawing/2014/main" id="{6D3948D1-38CD-41AC-BBE8-291A85A7035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4514764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9" name="Straight Connector 108">
              <a:extLst>
                <a:ext uri="{FF2B5EF4-FFF2-40B4-BE49-F238E27FC236}">
                  <a16:creationId xmlns:a16="http://schemas.microsoft.com/office/drawing/2014/main" id="{A633F3FE-70B6-41BD-A2D7-F9A53AB38EB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5057645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0" name="Straight Connector 109">
              <a:extLst>
                <a:ext uri="{FF2B5EF4-FFF2-40B4-BE49-F238E27FC236}">
                  <a16:creationId xmlns:a16="http://schemas.microsoft.com/office/drawing/2014/main" id="{09D1DD0D-9D4A-41EA-9650-F8215D949B7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5600526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1" name="Straight Connector 110">
              <a:extLst>
                <a:ext uri="{FF2B5EF4-FFF2-40B4-BE49-F238E27FC236}">
                  <a16:creationId xmlns:a16="http://schemas.microsoft.com/office/drawing/2014/main" id="{8148EE7C-8DC4-4A31-A981-8F838EA8FA0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6857999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2" name="Straight Connector 111">
              <a:extLst>
                <a:ext uri="{FF2B5EF4-FFF2-40B4-BE49-F238E27FC236}">
                  <a16:creationId xmlns:a16="http://schemas.microsoft.com/office/drawing/2014/main" id="{F7F7EC5C-3015-4A5E-A9E3-B53F5293D2F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6613" y="6143407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3" name="Straight Connector 112">
              <a:extLst>
                <a:ext uri="{FF2B5EF4-FFF2-40B4-BE49-F238E27FC236}">
                  <a16:creationId xmlns:a16="http://schemas.microsoft.com/office/drawing/2014/main" id="{FD7AF31F-4674-411A-837A-ED991478D26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684225" y="171716"/>
              <a:ext cx="0" cy="6511464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4" name="Straight Connector 113">
              <a:extLst>
                <a:ext uri="{FF2B5EF4-FFF2-40B4-BE49-F238E27FC236}">
                  <a16:creationId xmlns:a16="http://schemas.microsoft.com/office/drawing/2014/main" id="{5D3DAED2-414E-42E1-998A-6D7EF4A4D06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508412" y="173267"/>
              <a:ext cx="0" cy="6511464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16" name="Right Triangle 115">
            <a:extLst>
              <a:ext uri="{FF2B5EF4-FFF2-40B4-BE49-F238E27FC236}">
                <a16:creationId xmlns:a16="http://schemas.microsoft.com/office/drawing/2014/main" id="{9E92C66B-792F-479F-B983-F47FEE1AB56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3500000">
            <a:off x="-281094" y="1525300"/>
            <a:ext cx="568289" cy="568289"/>
          </a:xfrm>
          <a:prstGeom prst="rtTriangle">
            <a:avLst/>
          </a:prstGeom>
          <a:solidFill>
            <a:schemeClr val="accent1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8FF459F-AC88-3403-C400-6984DCBA13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1079" y="725952"/>
            <a:ext cx="5818396" cy="1362156"/>
          </a:xfrm>
        </p:spPr>
        <p:txBody>
          <a:bodyPr>
            <a:normAutofit/>
          </a:bodyPr>
          <a:lstStyle/>
          <a:p>
            <a:r>
              <a:rPr lang="en-US" b="1" u="sng" dirty="0"/>
              <a:t>CONTENTS</a:t>
            </a:r>
          </a:p>
        </p:txBody>
      </p:sp>
      <p:pic>
        <p:nvPicPr>
          <p:cNvPr id="76" name="Picture 75" descr="A wooden object on a table&#10;&#10;Description automatically generated">
            <a:extLst>
              <a:ext uri="{FF2B5EF4-FFF2-40B4-BE49-F238E27FC236}">
                <a16:creationId xmlns:a16="http://schemas.microsoft.com/office/drawing/2014/main" id="{550BBA56-5C1E-BCBD-B65A-5D2F5D22624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05908" y="1807452"/>
            <a:ext cx="5409044" cy="4050325"/>
          </a:xfrm>
          <a:prstGeom prst="rect">
            <a:avLst/>
          </a:prstGeom>
        </p:spPr>
      </p:pic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42C3AF59-C2BE-3011-5438-4FE079DB3BE3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283740657"/>
              </p:ext>
            </p:extLst>
          </p:nvPr>
        </p:nvGraphicFramePr>
        <p:xfrm>
          <a:off x="691079" y="2340131"/>
          <a:ext cx="5818396" cy="379191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182234002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D8B0FB-C78E-262E-91E1-A9EA0220BF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1080" y="-179982"/>
            <a:ext cx="12263866" cy="1442463"/>
          </a:xfrm>
        </p:spPr>
        <p:txBody>
          <a:bodyPr>
            <a:normAutofit/>
          </a:bodyPr>
          <a:lstStyle/>
          <a:p>
            <a:r>
              <a:rPr lang="en-US" sz="3600" b="1" u="sng" dirty="0"/>
              <a:t>What is Hydrophobic Concrete and its Relevance</a:t>
            </a:r>
          </a:p>
        </p:txBody>
      </p:sp>
      <p:pic>
        <p:nvPicPr>
          <p:cNvPr id="4" name="Content Placeholder 3" descr="A water drop on a white surface&#10;&#10;Description automatically generated">
            <a:extLst>
              <a:ext uri="{FF2B5EF4-FFF2-40B4-BE49-F238E27FC236}">
                <a16:creationId xmlns:a16="http://schemas.microsoft.com/office/drawing/2014/main" id="{8769F81C-B097-B118-F7B8-ECD75F834DD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714662" y="1455151"/>
            <a:ext cx="4670604" cy="3462831"/>
          </a:xfrm>
        </p:spPr>
      </p:pic>
      <p:pic>
        <p:nvPicPr>
          <p:cNvPr id="5" name="Picture 4" descr="A diagram of different types of concrete&#10;&#10;Description automatically generated">
            <a:extLst>
              <a:ext uri="{FF2B5EF4-FFF2-40B4-BE49-F238E27FC236}">
                <a16:creationId xmlns:a16="http://schemas.microsoft.com/office/drawing/2014/main" id="{6DAFA566-F2FE-4505-1ABE-A0E56D7D5218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6579" t="1041" r="63700" b="22021"/>
          <a:stretch/>
        </p:blipFill>
        <p:spPr>
          <a:xfrm>
            <a:off x="7287432" y="1455020"/>
            <a:ext cx="3594496" cy="4724617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906A3CB6-0335-05B5-B8CF-9EDA97306F25}"/>
              </a:ext>
            </a:extLst>
          </p:cNvPr>
          <p:cNvSpPr txBox="1"/>
          <p:nvPr/>
        </p:nvSpPr>
        <p:spPr>
          <a:xfrm>
            <a:off x="694267" y="5168900"/>
            <a:ext cx="4673600" cy="120032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 dirty="0"/>
              <a:t>"Hydrophobic concrete incorporates water-repellent agents, such as oleic acid, into its mix, making it ideal for preventing water penetration in structures.</a:t>
            </a:r>
          </a:p>
        </p:txBody>
      </p:sp>
    </p:spTree>
    <p:extLst>
      <p:ext uri="{BB962C8B-B14F-4D97-AF65-F5344CB8AC3E}">
        <p14:creationId xmlns:p14="http://schemas.microsoft.com/office/powerpoint/2010/main" val="380990148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F9E67D-EC09-908E-7BC0-099270C26A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1079" y="141751"/>
            <a:ext cx="10325000" cy="1442463"/>
          </a:xfrm>
        </p:spPr>
        <p:txBody>
          <a:bodyPr/>
          <a:lstStyle/>
          <a:p>
            <a:r>
              <a:rPr lang="en-US" b="1" u="sng" dirty="0"/>
              <a:t>Designing of the Hydrophobic Concrete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37B7ADF-EAA9-A3BE-5A68-C0AC701424C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9479" y="1713598"/>
            <a:ext cx="10731400" cy="3564436"/>
          </a:xfr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US" sz="1800" dirty="0"/>
              <a:t>Cement</a:t>
            </a:r>
          </a:p>
          <a:p>
            <a:pPr>
              <a:buClr>
                <a:srgbClr val="8D87A6"/>
              </a:buClr>
            </a:pPr>
            <a:r>
              <a:rPr lang="en-US" sz="1800" dirty="0"/>
              <a:t>Fine Sand</a:t>
            </a:r>
          </a:p>
          <a:p>
            <a:pPr>
              <a:buClr>
                <a:srgbClr val="8D87A6"/>
              </a:buClr>
            </a:pPr>
            <a:r>
              <a:rPr lang="en-US" sz="1800" dirty="0"/>
              <a:t>Fly Ash</a:t>
            </a:r>
          </a:p>
          <a:p>
            <a:pPr>
              <a:buClr>
                <a:srgbClr val="8D87A6"/>
              </a:buClr>
            </a:pPr>
            <a:r>
              <a:rPr lang="en-US" sz="1800" dirty="0"/>
              <a:t>Water</a:t>
            </a:r>
          </a:p>
          <a:p>
            <a:pPr>
              <a:buClr>
                <a:srgbClr val="8D87A6"/>
              </a:buClr>
            </a:pPr>
            <a:r>
              <a:rPr lang="en-US" sz="1800" b="1" dirty="0"/>
              <a:t>Oleic Acid</a:t>
            </a:r>
            <a:r>
              <a:rPr lang="en-US" sz="1800" dirty="0"/>
              <a:t> </a:t>
            </a:r>
            <a:r>
              <a:rPr lang="en-US" sz="1800" dirty="0">
                <a:ea typeface="+mn-lt"/>
                <a:cs typeface="+mn-lt"/>
              </a:rPr>
              <a:t>(We used 20 grams of oleic acid to achieve the desired water-repellent properties after testing lower dosages of 2-4 grams, which were insufficient. Fly ash was added to Improve durability and reduce porosity)</a:t>
            </a:r>
          </a:p>
          <a:p>
            <a:pPr>
              <a:buClr>
                <a:srgbClr val="8D87A6"/>
              </a:buClr>
            </a:pPr>
            <a:r>
              <a:rPr lang="en-US" sz="1800" dirty="0"/>
              <a:t>Why Oleic Acid? (</a:t>
            </a:r>
            <a:r>
              <a:rPr lang="en-US" sz="1800" dirty="0">
                <a:ea typeface="+mn-lt"/>
                <a:cs typeface="+mn-lt"/>
              </a:rPr>
              <a:t>We chose </a:t>
            </a:r>
            <a:r>
              <a:rPr lang="en-US" sz="1800" b="1" dirty="0">
                <a:ea typeface="+mn-lt"/>
                <a:cs typeface="+mn-lt"/>
              </a:rPr>
              <a:t>oleic acid</a:t>
            </a:r>
            <a:r>
              <a:rPr lang="en-US" sz="1800" dirty="0">
                <a:ea typeface="+mn-lt"/>
                <a:cs typeface="+mn-lt"/>
              </a:rPr>
              <a:t> because it is a proven, effective hydrophobic agent that reacts with calcium in cement to form a stable water-repellent layer. It is </a:t>
            </a:r>
            <a:r>
              <a:rPr lang="en-US" sz="1800" b="1" dirty="0">
                <a:ea typeface="+mn-lt"/>
                <a:cs typeface="+mn-lt"/>
              </a:rPr>
              <a:t>readily available, cost-effective</a:t>
            </a:r>
            <a:r>
              <a:rPr lang="en-US" sz="1800" dirty="0">
                <a:ea typeface="+mn-lt"/>
                <a:cs typeface="+mn-lt"/>
              </a:rPr>
              <a:t>, and easy to handle in liquid form compared to solid alternatives like stearic acid. Unlike stronger acids (e.g., hydrochloric or sulfuric acid), oleic acid is </a:t>
            </a:r>
            <a:r>
              <a:rPr lang="en-US" sz="1800" b="1" dirty="0">
                <a:ea typeface="+mn-lt"/>
                <a:cs typeface="+mn-lt"/>
              </a:rPr>
              <a:t>non-corrosive, compatible with concrete</a:t>
            </a:r>
            <a:r>
              <a:rPr lang="en-US" sz="1800" dirty="0">
                <a:ea typeface="+mn-lt"/>
                <a:cs typeface="+mn-lt"/>
              </a:rPr>
              <a:t>, and environmentally friendly, making it ideal for this application)</a:t>
            </a:r>
            <a:endParaRPr lang="en-US" sz="1800" dirty="0"/>
          </a:p>
        </p:txBody>
      </p:sp>
    </p:spTree>
    <p:extLst>
      <p:ext uri="{BB962C8B-B14F-4D97-AF65-F5344CB8AC3E}">
        <p14:creationId xmlns:p14="http://schemas.microsoft.com/office/powerpoint/2010/main" val="338788889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22" name="Rectangle 121">
            <a:extLst>
              <a:ext uri="{FF2B5EF4-FFF2-40B4-BE49-F238E27FC236}">
                <a16:creationId xmlns:a16="http://schemas.microsoft.com/office/drawing/2014/main" id="{9663BDD8-36FC-48B0-8862-3B51BE4F77D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208613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1"/>
              </a:solidFill>
            </a:endParaRPr>
          </a:p>
        </p:txBody>
      </p:sp>
      <p:grpSp>
        <p:nvGrpSpPr>
          <p:cNvPr id="52" name="Group 51">
            <a:extLst>
              <a:ext uri="{FF2B5EF4-FFF2-40B4-BE49-F238E27FC236}">
                <a16:creationId xmlns:a16="http://schemas.microsoft.com/office/drawing/2014/main" id="{7188C579-6F01-4060-BF31-C045C99A6CF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6214" y="-1"/>
            <a:ext cx="12214827" cy="6858000"/>
            <a:chOff x="-6214" y="-1"/>
            <a:chExt cx="12214827" cy="6858000"/>
          </a:xfrm>
        </p:grpSpPr>
        <p:cxnSp>
          <p:nvCxnSpPr>
            <p:cNvPr id="53" name="Straight Connector 52">
              <a:extLst>
                <a:ext uri="{FF2B5EF4-FFF2-40B4-BE49-F238E27FC236}">
                  <a16:creationId xmlns:a16="http://schemas.microsoft.com/office/drawing/2014/main" id="{0CBA8DA8-7039-4026-8733-D3F4908603A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-6214" y="6686283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4" name="Straight Connector 53">
              <a:extLst>
                <a:ext uri="{FF2B5EF4-FFF2-40B4-BE49-F238E27FC236}">
                  <a16:creationId xmlns:a16="http://schemas.microsoft.com/office/drawing/2014/main" id="{54B834BE-C330-4AFA-9B27-8969E16F056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5" name="Straight Connector 54">
              <a:extLst>
                <a:ext uri="{FF2B5EF4-FFF2-40B4-BE49-F238E27FC236}">
                  <a16:creationId xmlns:a16="http://schemas.microsoft.com/office/drawing/2014/main" id="{D141B717-A199-4EEE-8434-CBC9E5DDEA3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99325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6" name="Straight Connector 55">
              <a:extLst>
                <a:ext uri="{FF2B5EF4-FFF2-40B4-BE49-F238E27FC236}">
                  <a16:creationId xmlns:a16="http://schemas.microsoft.com/office/drawing/2014/main" id="{7B5222AF-AB0D-4F6E-896E-C17796EB666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9252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7" name="Straight Connector 56">
              <a:extLst>
                <a:ext uri="{FF2B5EF4-FFF2-40B4-BE49-F238E27FC236}">
                  <a16:creationId xmlns:a16="http://schemas.microsoft.com/office/drawing/2014/main" id="{B7C2DAFE-2FB9-4D8D-BD2D-ED9F5F84F22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75922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8" name="Straight Connector 57">
              <a:extLst>
                <a:ext uri="{FF2B5EF4-FFF2-40B4-BE49-F238E27FC236}">
                  <a16:creationId xmlns:a16="http://schemas.microsoft.com/office/drawing/2014/main" id="{EF3CD814-26D5-4D79-87E0-19D14406A64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2159316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9" name="Straight Connector 58">
              <a:extLst>
                <a:ext uri="{FF2B5EF4-FFF2-40B4-BE49-F238E27FC236}">
                  <a16:creationId xmlns:a16="http://schemas.microsoft.com/office/drawing/2014/main" id="{427D5AAA-C842-4E1C-BC3A-1075F625FE8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3142710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0" name="Straight Connector 59">
              <a:extLst>
                <a:ext uri="{FF2B5EF4-FFF2-40B4-BE49-F238E27FC236}">
                  <a16:creationId xmlns:a16="http://schemas.microsoft.com/office/drawing/2014/main" id="{F5A2BF58-94DC-466E-8A14-22A3DB47955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4126104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1" name="Straight Connector 60">
              <a:extLst>
                <a:ext uri="{FF2B5EF4-FFF2-40B4-BE49-F238E27FC236}">
                  <a16:creationId xmlns:a16="http://schemas.microsoft.com/office/drawing/2014/main" id="{EB34C7E0-0590-48E8-96F6-F360D134B6C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510949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2" name="Straight Connector 61">
              <a:extLst>
                <a:ext uri="{FF2B5EF4-FFF2-40B4-BE49-F238E27FC236}">
                  <a16:creationId xmlns:a16="http://schemas.microsoft.com/office/drawing/2014/main" id="{6C0978ED-0E33-431F-AB9B-9982B4ABCD0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6092892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3" name="Straight Connector 62">
              <a:extLst>
                <a:ext uri="{FF2B5EF4-FFF2-40B4-BE49-F238E27FC236}">
                  <a16:creationId xmlns:a16="http://schemas.microsoft.com/office/drawing/2014/main" id="{BB69CC66-E364-4939-9117-F8C4F07AC58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76286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4" name="Straight Connector 63">
              <a:extLst>
                <a:ext uri="{FF2B5EF4-FFF2-40B4-BE49-F238E27FC236}">
                  <a16:creationId xmlns:a16="http://schemas.microsoft.com/office/drawing/2014/main" id="{8F26B350-296D-48C7-BC91-284315CE9A9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8059680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5" name="Straight Connector 64">
              <a:extLst>
                <a:ext uri="{FF2B5EF4-FFF2-40B4-BE49-F238E27FC236}">
                  <a16:creationId xmlns:a16="http://schemas.microsoft.com/office/drawing/2014/main" id="{E6EF6201-58A9-4F7B-84D5-9B02266EC1A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9043074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6" name="Straight Connector 65">
              <a:extLst>
                <a:ext uri="{FF2B5EF4-FFF2-40B4-BE49-F238E27FC236}">
                  <a16:creationId xmlns:a16="http://schemas.microsoft.com/office/drawing/2014/main" id="{637A0E2A-071B-4227-ACA6-A749AB0DC66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002646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7" name="Straight Connector 66">
              <a:extLst>
                <a:ext uri="{FF2B5EF4-FFF2-40B4-BE49-F238E27FC236}">
                  <a16:creationId xmlns:a16="http://schemas.microsoft.com/office/drawing/2014/main" id="{0B607F85-6A97-46C7-B9BC-B8505E1D67B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009862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8" name="Straight Connector 67">
              <a:extLst>
                <a:ext uri="{FF2B5EF4-FFF2-40B4-BE49-F238E27FC236}">
                  <a16:creationId xmlns:a16="http://schemas.microsoft.com/office/drawing/2014/main" id="{2CE1BD4B-04FC-4BDC-A11E-35BD2195809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2185786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9" name="Straight Connector 68">
              <a:extLst>
                <a:ext uri="{FF2B5EF4-FFF2-40B4-BE49-F238E27FC236}">
                  <a16:creationId xmlns:a16="http://schemas.microsoft.com/office/drawing/2014/main" id="{DAF4F244-77B9-4EB1-AD29-2582BBCFF3C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171716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0" name="Straight Connector 69">
              <a:extLst>
                <a:ext uri="{FF2B5EF4-FFF2-40B4-BE49-F238E27FC236}">
                  <a16:creationId xmlns:a16="http://schemas.microsoft.com/office/drawing/2014/main" id="{756CFC8A-72E2-4020-90D4-EE0E7DB39BF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714597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1" name="Straight Connector 70">
              <a:extLst>
                <a:ext uri="{FF2B5EF4-FFF2-40B4-BE49-F238E27FC236}">
                  <a16:creationId xmlns:a16="http://schemas.microsoft.com/office/drawing/2014/main" id="{E0F84F9E-4134-4152-959A-C2871B8013A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1257478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2" name="Straight Connector 71">
              <a:extLst>
                <a:ext uri="{FF2B5EF4-FFF2-40B4-BE49-F238E27FC236}">
                  <a16:creationId xmlns:a16="http://schemas.microsoft.com/office/drawing/2014/main" id="{85FEA8FE-6283-4B9B-BEDC-A1E7B166128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1800359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3" name="Straight Connector 72">
              <a:extLst>
                <a:ext uri="{FF2B5EF4-FFF2-40B4-BE49-F238E27FC236}">
                  <a16:creationId xmlns:a16="http://schemas.microsoft.com/office/drawing/2014/main" id="{903E4F08-4425-45C0-A346-73394B795B8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2343240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4" name="Straight Connector 73">
              <a:extLst>
                <a:ext uri="{FF2B5EF4-FFF2-40B4-BE49-F238E27FC236}">
                  <a16:creationId xmlns:a16="http://schemas.microsoft.com/office/drawing/2014/main" id="{9ECBF93D-BA10-477C-B721-ABCBD81D0EA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2886121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5" name="Straight Connector 74">
              <a:extLst>
                <a:ext uri="{FF2B5EF4-FFF2-40B4-BE49-F238E27FC236}">
                  <a16:creationId xmlns:a16="http://schemas.microsoft.com/office/drawing/2014/main" id="{FF94D0A0-D5E2-47F4-B493-370EA21A26A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3429002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6" name="Straight Connector 75">
              <a:extLst>
                <a:ext uri="{FF2B5EF4-FFF2-40B4-BE49-F238E27FC236}">
                  <a16:creationId xmlns:a16="http://schemas.microsoft.com/office/drawing/2014/main" id="{B0E9B354-9221-4A81-BFAE-3F702FB537F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3971883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7" name="Straight Connector 76">
              <a:extLst>
                <a:ext uri="{FF2B5EF4-FFF2-40B4-BE49-F238E27FC236}">
                  <a16:creationId xmlns:a16="http://schemas.microsoft.com/office/drawing/2014/main" id="{49066CD6-AB8B-4DAA-9790-FE285D79324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4514764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8" name="Straight Connector 77">
              <a:extLst>
                <a:ext uri="{FF2B5EF4-FFF2-40B4-BE49-F238E27FC236}">
                  <a16:creationId xmlns:a16="http://schemas.microsoft.com/office/drawing/2014/main" id="{BCD472A8-84A4-4E1A-83B4-DE91C32E6AD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5057645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9" name="Straight Connector 78">
              <a:extLst>
                <a:ext uri="{FF2B5EF4-FFF2-40B4-BE49-F238E27FC236}">
                  <a16:creationId xmlns:a16="http://schemas.microsoft.com/office/drawing/2014/main" id="{1C8D1A4B-4E3D-422F-984A-9891E2DDFDD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5600526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0" name="Straight Connector 79">
              <a:extLst>
                <a:ext uri="{FF2B5EF4-FFF2-40B4-BE49-F238E27FC236}">
                  <a16:creationId xmlns:a16="http://schemas.microsoft.com/office/drawing/2014/main" id="{7146BA3F-F373-412C-869A-D8736E0348D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6857999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1" name="Straight Connector 80">
              <a:extLst>
                <a:ext uri="{FF2B5EF4-FFF2-40B4-BE49-F238E27FC236}">
                  <a16:creationId xmlns:a16="http://schemas.microsoft.com/office/drawing/2014/main" id="{8B07C00C-AFB6-4E7D-87B9-44268CE733F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6613" y="6143407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2" name="Straight Connector 81">
              <a:extLst>
                <a:ext uri="{FF2B5EF4-FFF2-40B4-BE49-F238E27FC236}">
                  <a16:creationId xmlns:a16="http://schemas.microsoft.com/office/drawing/2014/main" id="{6D7C4703-6318-4A09-87E7-1D19FB1ADA9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684225" y="171716"/>
              <a:ext cx="0" cy="6511464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3" name="Straight Connector 122">
              <a:extLst>
                <a:ext uri="{FF2B5EF4-FFF2-40B4-BE49-F238E27FC236}">
                  <a16:creationId xmlns:a16="http://schemas.microsoft.com/office/drawing/2014/main" id="{A3DFFC6F-F715-482D-BC44-6DE29BEDFCA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508412" y="173267"/>
              <a:ext cx="0" cy="6511464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24" name="Right Triangle 123">
            <a:extLst>
              <a:ext uri="{FF2B5EF4-FFF2-40B4-BE49-F238E27FC236}">
                <a16:creationId xmlns:a16="http://schemas.microsoft.com/office/drawing/2014/main" id="{42DA35F9-950C-4AD3-AAD4-731D45E4233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3500000">
            <a:off x="-284142" y="2068181"/>
            <a:ext cx="568289" cy="568289"/>
          </a:xfrm>
          <a:prstGeom prst="rtTriangle">
            <a:avLst/>
          </a:prstGeom>
          <a:solidFill>
            <a:schemeClr val="accent1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E16127B-9382-20CF-E7BF-867606BD6A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6096" y="28527"/>
            <a:ext cx="10325000" cy="1926288"/>
          </a:xfrm>
        </p:spPr>
        <p:txBody>
          <a:bodyPr>
            <a:normAutofit/>
          </a:bodyPr>
          <a:lstStyle/>
          <a:p>
            <a:r>
              <a:rPr lang="en-US" u="sng" dirty="0"/>
              <a:t>Increase in Cost by using Oleic Acid</a:t>
            </a:r>
            <a:br>
              <a:rPr lang="en-US" u="sng" dirty="0"/>
            </a:br>
            <a:r>
              <a:rPr lang="en-US" u="sng" dirty="0"/>
              <a:t>For M30 Grade Concrete</a:t>
            </a:r>
            <a:r>
              <a:rPr lang="en-US" dirty="0"/>
              <a:t>(1m^3)</a:t>
            </a:r>
          </a:p>
        </p:txBody>
      </p:sp>
      <p:graphicFrame>
        <p:nvGraphicFramePr>
          <p:cNvPr id="5" name="Content Placeholder 4">
            <a:extLst>
              <a:ext uri="{FF2B5EF4-FFF2-40B4-BE49-F238E27FC236}">
                <a16:creationId xmlns:a16="http://schemas.microsoft.com/office/drawing/2014/main" id="{4AA3CBD5-6B6D-4511-908E-F4C51D20D18B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979284952"/>
              </p:ext>
            </p:extLst>
          </p:nvPr>
        </p:nvGraphicFramePr>
        <p:xfrm>
          <a:off x="406427" y="2192746"/>
          <a:ext cx="10325102" cy="2984677"/>
        </p:xfrm>
        <a:graphic>
          <a:graphicData uri="http://schemas.openxmlformats.org/drawingml/2006/table">
            <a:tbl>
              <a:tblPr firstRow="1" bandRow="1">
                <a:noFill/>
                <a:tableStyleId>{5C22544A-7EE6-4342-B048-85BDC9FD1C3A}</a:tableStyleId>
              </a:tblPr>
              <a:tblGrid>
                <a:gridCol w="3058781">
                  <a:extLst>
                    <a:ext uri="{9D8B030D-6E8A-4147-A177-3AD203B41FA5}">
                      <a16:colId xmlns:a16="http://schemas.microsoft.com/office/drawing/2014/main" val="635535668"/>
                    </a:ext>
                  </a:extLst>
                </a:gridCol>
                <a:gridCol w="2064977">
                  <a:extLst>
                    <a:ext uri="{9D8B030D-6E8A-4147-A177-3AD203B41FA5}">
                      <a16:colId xmlns:a16="http://schemas.microsoft.com/office/drawing/2014/main" val="1115060349"/>
                    </a:ext>
                  </a:extLst>
                </a:gridCol>
                <a:gridCol w="3062680">
                  <a:extLst>
                    <a:ext uri="{9D8B030D-6E8A-4147-A177-3AD203B41FA5}">
                      <a16:colId xmlns:a16="http://schemas.microsoft.com/office/drawing/2014/main" val="4104524807"/>
                    </a:ext>
                  </a:extLst>
                </a:gridCol>
                <a:gridCol w="2138664">
                  <a:extLst>
                    <a:ext uri="{9D8B030D-6E8A-4147-A177-3AD203B41FA5}">
                      <a16:colId xmlns:a16="http://schemas.microsoft.com/office/drawing/2014/main" val="3831698761"/>
                    </a:ext>
                  </a:extLst>
                </a:gridCol>
              </a:tblGrid>
              <a:tr h="494057">
                <a:tc>
                  <a:txBody>
                    <a:bodyPr/>
                    <a:lstStyle/>
                    <a:p>
                      <a:r>
                        <a:rPr lang="en-US" sz="1500" b="1" cap="all" spc="60">
                          <a:solidFill>
                            <a:schemeClr val="tx1"/>
                          </a:solidFill>
                        </a:rPr>
                        <a:t>Material</a:t>
                      </a:r>
                    </a:p>
                  </a:txBody>
                  <a:tcPr marL="215835" marR="166026" marT="112286" marB="112286" anchor="b">
                    <a:lnL w="12700" cmpd="sng">
                      <a:noFill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500" b="1" cap="all" spc="60">
                          <a:solidFill>
                            <a:schemeClr val="tx1"/>
                          </a:solidFill>
                        </a:rPr>
                        <a:t>Quantity (kg)</a:t>
                      </a:r>
                    </a:p>
                  </a:txBody>
                  <a:tcPr marL="215835" marR="166026" marT="112286" marB="112286"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500" b="1" cap="all" spc="60">
                          <a:solidFill>
                            <a:schemeClr val="tx1"/>
                          </a:solidFill>
                        </a:rPr>
                        <a:t>Unit Cost (₹/kg)</a:t>
                      </a:r>
                    </a:p>
                  </a:txBody>
                  <a:tcPr marL="215835" marR="166026" marT="112286" marB="112286"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500" b="1" cap="all" spc="60">
                          <a:solidFill>
                            <a:schemeClr val="tx1"/>
                          </a:solidFill>
                        </a:rPr>
                        <a:t>Total Cost (₹)</a:t>
                      </a:r>
                    </a:p>
                  </a:txBody>
                  <a:tcPr marL="215835" marR="166026" marT="112286" marB="112286"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57288971"/>
                  </a:ext>
                </a:extLst>
              </a:tr>
              <a:tr h="622655">
                <a:tc>
                  <a:txBody>
                    <a:bodyPr/>
                    <a:lstStyle/>
                    <a:p>
                      <a:r>
                        <a:rPr lang="en-US" sz="2000" cap="none" spc="0">
                          <a:solidFill>
                            <a:schemeClr val="tx1"/>
                          </a:solidFill>
                        </a:rPr>
                        <a:t>Cement</a:t>
                      </a:r>
                    </a:p>
                  </a:txBody>
                  <a:tcPr marL="215835" marR="166026" marT="166026" marB="112286" anchor="ctr">
                    <a:lnL w="12700" cap="flat" cmpd="sng" algn="ctr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2000" cap="none" spc="0">
                          <a:solidFill>
                            <a:schemeClr val="tx1"/>
                          </a:solidFill>
                        </a:rPr>
                        <a:t>400</a:t>
                      </a:r>
                    </a:p>
                  </a:txBody>
                  <a:tcPr marL="215835" marR="166026" marT="166026" marB="112286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2000" cap="none" spc="0">
                          <a:solidFill>
                            <a:schemeClr val="tx1"/>
                          </a:solidFill>
                        </a:rPr>
                        <a:t>9 (₹450 per 50 kg bag)</a:t>
                      </a:r>
                    </a:p>
                  </a:txBody>
                  <a:tcPr marL="215835" marR="166026" marT="166026" marB="112286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2000" cap="none" spc="0">
                          <a:solidFill>
                            <a:schemeClr val="tx1"/>
                          </a:solidFill>
                        </a:rPr>
                        <a:t>3600</a:t>
                      </a:r>
                    </a:p>
                  </a:txBody>
                  <a:tcPr marL="215835" marR="166026" marT="166026" marB="112286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16405933"/>
                  </a:ext>
                </a:extLst>
              </a:tr>
              <a:tr h="622655">
                <a:tc>
                  <a:txBody>
                    <a:bodyPr/>
                    <a:lstStyle/>
                    <a:p>
                      <a:r>
                        <a:rPr lang="en-US" sz="2000" cap="none" spc="0">
                          <a:solidFill>
                            <a:schemeClr val="tx1"/>
                          </a:solidFill>
                        </a:rPr>
                        <a:t>Fine Aggregate (Sand)</a:t>
                      </a:r>
                    </a:p>
                  </a:txBody>
                  <a:tcPr marL="215835" marR="166026" marT="166026" marB="112286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000" cap="none" spc="0">
                          <a:solidFill>
                            <a:schemeClr val="tx1"/>
                          </a:solidFill>
                        </a:rPr>
                        <a:t>704</a:t>
                      </a:r>
                    </a:p>
                  </a:txBody>
                  <a:tcPr marL="215835" marR="166026" marT="166026" marB="112286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000" cap="none" spc="0">
                          <a:solidFill>
                            <a:schemeClr val="tx1"/>
                          </a:solidFill>
                        </a:rPr>
                        <a:t>1.2 (₹1200/ton)</a:t>
                      </a:r>
                    </a:p>
                  </a:txBody>
                  <a:tcPr marL="215835" marR="166026" marT="166026" marB="112286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000" cap="none" spc="0">
                          <a:solidFill>
                            <a:schemeClr val="tx1"/>
                          </a:solidFill>
                        </a:rPr>
                        <a:t>844.8</a:t>
                      </a:r>
                    </a:p>
                  </a:txBody>
                  <a:tcPr marL="215835" marR="166026" marT="166026" marB="112286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61865655"/>
                  </a:ext>
                </a:extLst>
              </a:tr>
              <a:tr h="622655">
                <a:tc>
                  <a:txBody>
                    <a:bodyPr/>
                    <a:lstStyle/>
                    <a:p>
                      <a:r>
                        <a:rPr lang="en-US" sz="2000" cap="none" spc="0">
                          <a:solidFill>
                            <a:schemeClr val="tx1"/>
                          </a:solidFill>
                        </a:rPr>
                        <a:t>Coarse Aggregate</a:t>
                      </a:r>
                    </a:p>
                  </a:txBody>
                  <a:tcPr marL="215835" marR="166026" marT="166026" marB="112286" anchor="ctr">
                    <a:lnL w="12700" cap="flat" cmpd="sng" algn="ctr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2000" cap="none" spc="0">
                          <a:solidFill>
                            <a:schemeClr val="tx1"/>
                          </a:solidFill>
                        </a:rPr>
                        <a:t>1120</a:t>
                      </a:r>
                    </a:p>
                  </a:txBody>
                  <a:tcPr marL="215835" marR="166026" marT="166026" marB="112286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2000" cap="none" spc="0">
                          <a:solidFill>
                            <a:schemeClr val="tx1"/>
                          </a:solidFill>
                        </a:rPr>
                        <a:t>1.0 (₹1000/ton)</a:t>
                      </a:r>
                    </a:p>
                  </a:txBody>
                  <a:tcPr marL="215835" marR="166026" marT="166026" marB="112286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2000" cap="none" spc="0">
                          <a:solidFill>
                            <a:schemeClr val="tx1"/>
                          </a:solidFill>
                        </a:rPr>
                        <a:t>1120</a:t>
                      </a:r>
                    </a:p>
                  </a:txBody>
                  <a:tcPr marL="215835" marR="166026" marT="166026" marB="112286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14586830"/>
                  </a:ext>
                </a:extLst>
              </a:tr>
              <a:tr h="622655">
                <a:tc>
                  <a:txBody>
                    <a:bodyPr/>
                    <a:lstStyle/>
                    <a:p>
                      <a:r>
                        <a:rPr lang="en-US" sz="2000" cap="none" spc="0">
                          <a:solidFill>
                            <a:schemeClr val="tx1"/>
                          </a:solidFill>
                        </a:rPr>
                        <a:t>Water</a:t>
                      </a:r>
                    </a:p>
                  </a:txBody>
                  <a:tcPr marL="215835" marR="166026" marT="166026" marB="112286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ap="flat" cmpd="sng" algn="ctr">
                      <a:noFill/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000" cap="none" spc="0">
                          <a:solidFill>
                            <a:schemeClr val="tx1"/>
                          </a:solidFill>
                        </a:rPr>
                        <a:t>144</a:t>
                      </a:r>
                    </a:p>
                  </a:txBody>
                  <a:tcPr marL="215835" marR="166026" marT="166026" marB="112286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ap="flat" cmpd="sng" algn="ctr">
                      <a:noFill/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000" cap="none" spc="0">
                          <a:solidFill>
                            <a:schemeClr val="tx1"/>
                          </a:solidFill>
                        </a:rPr>
                        <a:t>~0 (Negligible)</a:t>
                      </a:r>
                    </a:p>
                  </a:txBody>
                  <a:tcPr marL="215835" marR="166026" marT="166026" marB="112286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ap="flat" cmpd="sng" algn="ctr">
                      <a:noFill/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000" cap="none" spc="0">
                          <a:solidFill>
                            <a:schemeClr val="tx1"/>
                          </a:solidFill>
                        </a:rPr>
                        <a:t>~0</a:t>
                      </a:r>
                    </a:p>
                  </a:txBody>
                  <a:tcPr marL="215835" marR="166026" marT="166026" marB="112286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ap="flat" cmpd="sng" algn="ctr">
                      <a:noFill/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60284237"/>
                  </a:ext>
                </a:extLst>
              </a:tr>
            </a:tbl>
          </a:graphicData>
        </a:graphic>
      </p:graphicFrame>
      <p:sp>
        <p:nvSpPr>
          <p:cNvPr id="9" name="TextBox 8">
            <a:extLst>
              <a:ext uri="{FF2B5EF4-FFF2-40B4-BE49-F238E27FC236}">
                <a16:creationId xmlns:a16="http://schemas.microsoft.com/office/drawing/2014/main" id="{71B66D5A-CF01-DA90-2279-BAC40DD9C732}"/>
              </a:ext>
            </a:extLst>
          </p:cNvPr>
          <p:cNvSpPr txBox="1"/>
          <p:nvPr/>
        </p:nvSpPr>
        <p:spPr>
          <a:xfrm>
            <a:off x="558799" y="5435600"/>
            <a:ext cx="10033000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dirty="0"/>
              <a:t>Total cost for OPC Concrete=</a:t>
            </a:r>
            <a:r>
              <a:rPr lang="en-US" b="1" dirty="0"/>
              <a:t>3600</a:t>
            </a:r>
            <a:r>
              <a:rPr lang="en-US" dirty="0"/>
              <a:t>+</a:t>
            </a:r>
            <a:r>
              <a:rPr lang="en-US" b="1" dirty="0"/>
              <a:t>845</a:t>
            </a:r>
            <a:r>
              <a:rPr lang="en-US" dirty="0"/>
              <a:t>+</a:t>
            </a:r>
            <a:r>
              <a:rPr lang="en-US" b="1" dirty="0"/>
              <a:t>1120</a:t>
            </a:r>
            <a:r>
              <a:rPr lang="en-US" dirty="0"/>
              <a:t>=</a:t>
            </a:r>
            <a:r>
              <a:rPr lang="en-US" b="1" dirty="0"/>
              <a:t>Rs-5565</a:t>
            </a:r>
          </a:p>
        </p:txBody>
      </p:sp>
    </p:spTree>
    <p:extLst>
      <p:ext uri="{BB962C8B-B14F-4D97-AF65-F5344CB8AC3E}">
        <p14:creationId xmlns:p14="http://schemas.microsoft.com/office/powerpoint/2010/main" val="3215513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5" name="Rectangle 84">
            <a:extLst>
              <a:ext uri="{FF2B5EF4-FFF2-40B4-BE49-F238E27FC236}">
                <a16:creationId xmlns:a16="http://schemas.microsoft.com/office/drawing/2014/main" id="{9663BDD8-36FC-48B0-8862-3B51BE4F77D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208613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1"/>
              </a:solidFill>
            </a:endParaRPr>
          </a:p>
        </p:txBody>
      </p:sp>
      <p:grpSp>
        <p:nvGrpSpPr>
          <p:cNvPr id="87" name="Group 86">
            <a:extLst>
              <a:ext uri="{FF2B5EF4-FFF2-40B4-BE49-F238E27FC236}">
                <a16:creationId xmlns:a16="http://schemas.microsoft.com/office/drawing/2014/main" id="{7188C579-6F01-4060-BF31-C045C99A6CF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6214" y="-1"/>
            <a:ext cx="12214827" cy="6858000"/>
            <a:chOff x="-6214" y="-1"/>
            <a:chExt cx="12214827" cy="6858000"/>
          </a:xfrm>
        </p:grpSpPr>
        <p:cxnSp>
          <p:nvCxnSpPr>
            <p:cNvPr id="88" name="Straight Connector 87">
              <a:extLst>
                <a:ext uri="{FF2B5EF4-FFF2-40B4-BE49-F238E27FC236}">
                  <a16:creationId xmlns:a16="http://schemas.microsoft.com/office/drawing/2014/main" id="{0CBA8DA8-7039-4026-8733-D3F4908603A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-6214" y="6686283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9" name="Straight Connector 88">
              <a:extLst>
                <a:ext uri="{FF2B5EF4-FFF2-40B4-BE49-F238E27FC236}">
                  <a16:creationId xmlns:a16="http://schemas.microsoft.com/office/drawing/2014/main" id="{54B834BE-C330-4AFA-9B27-8969E16F056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0" name="Straight Connector 89">
              <a:extLst>
                <a:ext uri="{FF2B5EF4-FFF2-40B4-BE49-F238E27FC236}">
                  <a16:creationId xmlns:a16="http://schemas.microsoft.com/office/drawing/2014/main" id="{D141B717-A199-4EEE-8434-CBC9E5DDEA3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99325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1" name="Straight Connector 90">
              <a:extLst>
                <a:ext uri="{FF2B5EF4-FFF2-40B4-BE49-F238E27FC236}">
                  <a16:creationId xmlns:a16="http://schemas.microsoft.com/office/drawing/2014/main" id="{7B5222AF-AB0D-4F6E-896E-C17796EB666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9252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2" name="Straight Connector 91">
              <a:extLst>
                <a:ext uri="{FF2B5EF4-FFF2-40B4-BE49-F238E27FC236}">
                  <a16:creationId xmlns:a16="http://schemas.microsoft.com/office/drawing/2014/main" id="{B7C2DAFE-2FB9-4D8D-BD2D-ED9F5F84F22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75922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3" name="Straight Connector 92">
              <a:extLst>
                <a:ext uri="{FF2B5EF4-FFF2-40B4-BE49-F238E27FC236}">
                  <a16:creationId xmlns:a16="http://schemas.microsoft.com/office/drawing/2014/main" id="{EF3CD814-26D5-4D79-87E0-19D14406A64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2159316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4" name="Straight Connector 93">
              <a:extLst>
                <a:ext uri="{FF2B5EF4-FFF2-40B4-BE49-F238E27FC236}">
                  <a16:creationId xmlns:a16="http://schemas.microsoft.com/office/drawing/2014/main" id="{427D5AAA-C842-4E1C-BC3A-1075F625FE8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3142710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5" name="Straight Connector 94">
              <a:extLst>
                <a:ext uri="{FF2B5EF4-FFF2-40B4-BE49-F238E27FC236}">
                  <a16:creationId xmlns:a16="http://schemas.microsoft.com/office/drawing/2014/main" id="{F5A2BF58-94DC-466E-8A14-22A3DB47955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4126104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6" name="Straight Connector 95">
              <a:extLst>
                <a:ext uri="{FF2B5EF4-FFF2-40B4-BE49-F238E27FC236}">
                  <a16:creationId xmlns:a16="http://schemas.microsoft.com/office/drawing/2014/main" id="{EB34C7E0-0590-48E8-96F6-F360D134B6C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510949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7" name="Straight Connector 96">
              <a:extLst>
                <a:ext uri="{FF2B5EF4-FFF2-40B4-BE49-F238E27FC236}">
                  <a16:creationId xmlns:a16="http://schemas.microsoft.com/office/drawing/2014/main" id="{6C0978ED-0E33-431F-AB9B-9982B4ABCD0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6092892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8" name="Straight Connector 97">
              <a:extLst>
                <a:ext uri="{FF2B5EF4-FFF2-40B4-BE49-F238E27FC236}">
                  <a16:creationId xmlns:a16="http://schemas.microsoft.com/office/drawing/2014/main" id="{BB69CC66-E364-4939-9117-F8C4F07AC58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76286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9" name="Straight Connector 98">
              <a:extLst>
                <a:ext uri="{FF2B5EF4-FFF2-40B4-BE49-F238E27FC236}">
                  <a16:creationId xmlns:a16="http://schemas.microsoft.com/office/drawing/2014/main" id="{8F26B350-296D-48C7-BC91-284315CE9A9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8059680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0" name="Straight Connector 99">
              <a:extLst>
                <a:ext uri="{FF2B5EF4-FFF2-40B4-BE49-F238E27FC236}">
                  <a16:creationId xmlns:a16="http://schemas.microsoft.com/office/drawing/2014/main" id="{E6EF6201-58A9-4F7B-84D5-9B02266EC1A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9043074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1" name="Straight Connector 100">
              <a:extLst>
                <a:ext uri="{FF2B5EF4-FFF2-40B4-BE49-F238E27FC236}">
                  <a16:creationId xmlns:a16="http://schemas.microsoft.com/office/drawing/2014/main" id="{637A0E2A-071B-4227-ACA6-A749AB0DC66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002646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2" name="Straight Connector 101">
              <a:extLst>
                <a:ext uri="{FF2B5EF4-FFF2-40B4-BE49-F238E27FC236}">
                  <a16:creationId xmlns:a16="http://schemas.microsoft.com/office/drawing/2014/main" id="{0B607F85-6A97-46C7-B9BC-B8505E1D67B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009862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3" name="Straight Connector 102">
              <a:extLst>
                <a:ext uri="{FF2B5EF4-FFF2-40B4-BE49-F238E27FC236}">
                  <a16:creationId xmlns:a16="http://schemas.microsoft.com/office/drawing/2014/main" id="{2CE1BD4B-04FC-4BDC-A11E-35BD2195809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2185786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4" name="Straight Connector 103">
              <a:extLst>
                <a:ext uri="{FF2B5EF4-FFF2-40B4-BE49-F238E27FC236}">
                  <a16:creationId xmlns:a16="http://schemas.microsoft.com/office/drawing/2014/main" id="{DAF4F244-77B9-4EB1-AD29-2582BBCFF3C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171716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5" name="Straight Connector 104">
              <a:extLst>
                <a:ext uri="{FF2B5EF4-FFF2-40B4-BE49-F238E27FC236}">
                  <a16:creationId xmlns:a16="http://schemas.microsoft.com/office/drawing/2014/main" id="{756CFC8A-72E2-4020-90D4-EE0E7DB39BF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714597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6" name="Straight Connector 105">
              <a:extLst>
                <a:ext uri="{FF2B5EF4-FFF2-40B4-BE49-F238E27FC236}">
                  <a16:creationId xmlns:a16="http://schemas.microsoft.com/office/drawing/2014/main" id="{E0F84F9E-4134-4152-959A-C2871B8013A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1257478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7" name="Straight Connector 106">
              <a:extLst>
                <a:ext uri="{FF2B5EF4-FFF2-40B4-BE49-F238E27FC236}">
                  <a16:creationId xmlns:a16="http://schemas.microsoft.com/office/drawing/2014/main" id="{85FEA8FE-6283-4B9B-BEDC-A1E7B166128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1800359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8" name="Straight Connector 107">
              <a:extLst>
                <a:ext uri="{FF2B5EF4-FFF2-40B4-BE49-F238E27FC236}">
                  <a16:creationId xmlns:a16="http://schemas.microsoft.com/office/drawing/2014/main" id="{903E4F08-4425-45C0-A346-73394B795B8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2343240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9" name="Straight Connector 108">
              <a:extLst>
                <a:ext uri="{FF2B5EF4-FFF2-40B4-BE49-F238E27FC236}">
                  <a16:creationId xmlns:a16="http://schemas.microsoft.com/office/drawing/2014/main" id="{9ECBF93D-BA10-477C-B721-ABCBD81D0EA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2886121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0" name="Straight Connector 109">
              <a:extLst>
                <a:ext uri="{FF2B5EF4-FFF2-40B4-BE49-F238E27FC236}">
                  <a16:creationId xmlns:a16="http://schemas.microsoft.com/office/drawing/2014/main" id="{FF94D0A0-D5E2-47F4-B493-370EA21A26A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3429002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1" name="Straight Connector 110">
              <a:extLst>
                <a:ext uri="{FF2B5EF4-FFF2-40B4-BE49-F238E27FC236}">
                  <a16:creationId xmlns:a16="http://schemas.microsoft.com/office/drawing/2014/main" id="{B0E9B354-9221-4A81-BFAE-3F702FB537F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3971883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2" name="Straight Connector 111">
              <a:extLst>
                <a:ext uri="{FF2B5EF4-FFF2-40B4-BE49-F238E27FC236}">
                  <a16:creationId xmlns:a16="http://schemas.microsoft.com/office/drawing/2014/main" id="{49066CD6-AB8B-4DAA-9790-FE285D79324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4514764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3" name="Straight Connector 112">
              <a:extLst>
                <a:ext uri="{FF2B5EF4-FFF2-40B4-BE49-F238E27FC236}">
                  <a16:creationId xmlns:a16="http://schemas.microsoft.com/office/drawing/2014/main" id="{BCD472A8-84A4-4E1A-83B4-DE91C32E6AD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5057645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4" name="Straight Connector 113">
              <a:extLst>
                <a:ext uri="{FF2B5EF4-FFF2-40B4-BE49-F238E27FC236}">
                  <a16:creationId xmlns:a16="http://schemas.microsoft.com/office/drawing/2014/main" id="{1C8D1A4B-4E3D-422F-984A-9891E2DDFDD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5600526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5" name="Straight Connector 114">
              <a:extLst>
                <a:ext uri="{FF2B5EF4-FFF2-40B4-BE49-F238E27FC236}">
                  <a16:creationId xmlns:a16="http://schemas.microsoft.com/office/drawing/2014/main" id="{7146BA3F-F373-412C-869A-D8736E0348D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6857999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6" name="Straight Connector 115">
              <a:extLst>
                <a:ext uri="{FF2B5EF4-FFF2-40B4-BE49-F238E27FC236}">
                  <a16:creationId xmlns:a16="http://schemas.microsoft.com/office/drawing/2014/main" id="{8B07C00C-AFB6-4E7D-87B9-44268CE733F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6613" y="6143407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7" name="Straight Connector 116">
              <a:extLst>
                <a:ext uri="{FF2B5EF4-FFF2-40B4-BE49-F238E27FC236}">
                  <a16:creationId xmlns:a16="http://schemas.microsoft.com/office/drawing/2014/main" id="{6D7C4703-6318-4A09-87E7-1D19FB1ADA9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684225" y="171716"/>
              <a:ext cx="0" cy="6511464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8" name="Straight Connector 117">
              <a:extLst>
                <a:ext uri="{FF2B5EF4-FFF2-40B4-BE49-F238E27FC236}">
                  <a16:creationId xmlns:a16="http://schemas.microsoft.com/office/drawing/2014/main" id="{A3DFFC6F-F715-482D-BC44-6DE29BEDFCA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508412" y="173267"/>
              <a:ext cx="0" cy="6511464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20" name="Right Triangle 119">
            <a:extLst>
              <a:ext uri="{FF2B5EF4-FFF2-40B4-BE49-F238E27FC236}">
                <a16:creationId xmlns:a16="http://schemas.microsoft.com/office/drawing/2014/main" id="{42DA35F9-950C-4AD3-AAD4-731D45E4233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3500000">
            <a:off x="-284142" y="2068181"/>
            <a:ext cx="568289" cy="568289"/>
          </a:xfrm>
          <a:prstGeom prst="rtTriangle">
            <a:avLst/>
          </a:prstGeom>
          <a:solidFill>
            <a:schemeClr val="accent1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8A03D54-3CB3-53FF-1427-2B46CE2FD9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1079" y="-965947"/>
            <a:ext cx="11747400" cy="1934754"/>
          </a:xfrm>
        </p:spPr>
        <p:txBody>
          <a:bodyPr vert="horz" lIns="91440" tIns="45720" rIns="91440" bIns="45720" rtlCol="0">
            <a:normAutofit/>
          </a:bodyPr>
          <a:lstStyle/>
          <a:p>
            <a:r>
              <a:rPr lang="en-US" b="1" u="sng" dirty="0"/>
              <a:t>Calculation for Hydrophobic Concrete(1m^3)</a:t>
            </a:r>
          </a:p>
        </p:txBody>
      </p:sp>
      <p:graphicFrame>
        <p:nvGraphicFramePr>
          <p:cNvPr id="5" name="Content Placeholder 4">
            <a:extLst>
              <a:ext uri="{FF2B5EF4-FFF2-40B4-BE49-F238E27FC236}">
                <a16:creationId xmlns:a16="http://schemas.microsoft.com/office/drawing/2014/main" id="{58C1B1B0-4252-015C-B5E7-0A5048409754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121219628"/>
              </p:ext>
            </p:extLst>
          </p:nvPr>
        </p:nvGraphicFramePr>
        <p:xfrm>
          <a:off x="561410" y="966471"/>
          <a:ext cx="11352423" cy="3159591"/>
        </p:xfrm>
        <a:graphic>
          <a:graphicData uri="http://schemas.openxmlformats.org/drawingml/2006/table">
            <a:tbl>
              <a:tblPr firstRow="1" bandRow="1">
                <a:noFill/>
                <a:tableStyleId>{5C22544A-7EE6-4342-B048-85BDC9FD1C3A}</a:tableStyleId>
              </a:tblPr>
              <a:tblGrid>
                <a:gridCol w="3184678">
                  <a:extLst>
                    <a:ext uri="{9D8B030D-6E8A-4147-A177-3AD203B41FA5}">
                      <a16:colId xmlns:a16="http://schemas.microsoft.com/office/drawing/2014/main" val="4145674260"/>
                    </a:ext>
                  </a:extLst>
                </a:gridCol>
                <a:gridCol w="2530768">
                  <a:extLst>
                    <a:ext uri="{9D8B030D-6E8A-4147-A177-3AD203B41FA5}">
                      <a16:colId xmlns:a16="http://schemas.microsoft.com/office/drawing/2014/main" val="1649854715"/>
                    </a:ext>
                  </a:extLst>
                </a:gridCol>
                <a:gridCol w="2984145">
                  <a:extLst>
                    <a:ext uri="{9D8B030D-6E8A-4147-A177-3AD203B41FA5}">
                      <a16:colId xmlns:a16="http://schemas.microsoft.com/office/drawing/2014/main" val="4165744064"/>
                    </a:ext>
                  </a:extLst>
                </a:gridCol>
                <a:gridCol w="2652832">
                  <a:extLst>
                    <a:ext uri="{9D8B030D-6E8A-4147-A177-3AD203B41FA5}">
                      <a16:colId xmlns:a16="http://schemas.microsoft.com/office/drawing/2014/main" val="2201481179"/>
                    </a:ext>
                  </a:extLst>
                </a:gridCol>
              </a:tblGrid>
              <a:tr h="526599">
                <a:tc>
                  <a:txBody>
                    <a:bodyPr/>
                    <a:lstStyle/>
                    <a:p>
                      <a:r>
                        <a:rPr lang="en-US" sz="1900" b="0" cap="none" spc="0">
                          <a:solidFill>
                            <a:schemeClr val="tx1"/>
                          </a:solidFill>
                        </a:rPr>
                        <a:t>Material</a:t>
                      </a:r>
                    </a:p>
                  </a:txBody>
                  <a:tcPr marL="0" marR="108074" marT="21615" marB="108074" anchor="b">
                    <a:lnL w="12700" cmpd="sng">
                      <a:noFill/>
                    </a:lnL>
                    <a:lnR w="12700" cmpd="sng">
                      <a:noFill/>
                    </a:lnR>
                    <a:lnT w="9525" cap="flat" cmpd="sng" algn="ctr">
                      <a:noFill/>
                      <a:prstDash val="solid"/>
                    </a:lnT>
                    <a:lnB w="38100" cmpd="sng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900" b="0" cap="none" spc="0">
                          <a:solidFill>
                            <a:schemeClr val="tx1"/>
                          </a:solidFill>
                        </a:rPr>
                        <a:t>Quantity (kg)</a:t>
                      </a:r>
                    </a:p>
                  </a:txBody>
                  <a:tcPr marL="0" marR="108074" marT="21615" marB="108074" anchor="b">
                    <a:lnL w="12700" cmpd="sng">
                      <a:noFill/>
                    </a:lnL>
                    <a:lnR w="12700" cmpd="sng">
                      <a:noFill/>
                    </a:lnR>
                    <a:lnT w="9525" cap="flat" cmpd="sng" algn="ctr">
                      <a:noFill/>
                      <a:prstDash val="solid"/>
                    </a:lnT>
                    <a:lnB w="38100" cmpd="sng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900" b="0" cap="none" spc="0">
                          <a:solidFill>
                            <a:schemeClr val="tx1"/>
                          </a:solidFill>
                        </a:rPr>
                        <a:t>Unit Cost (₹/kg)</a:t>
                      </a:r>
                    </a:p>
                  </a:txBody>
                  <a:tcPr marL="0" marR="108074" marT="21615" marB="108074" anchor="b">
                    <a:lnL w="12700" cmpd="sng">
                      <a:noFill/>
                    </a:lnL>
                    <a:lnR w="12700" cmpd="sng">
                      <a:noFill/>
                    </a:lnR>
                    <a:lnT w="9525" cap="flat" cmpd="sng" algn="ctr">
                      <a:noFill/>
                      <a:prstDash val="solid"/>
                    </a:lnT>
                    <a:lnB w="38100" cmpd="sng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900" b="0" cap="none" spc="0">
                          <a:solidFill>
                            <a:schemeClr val="tx1"/>
                          </a:solidFill>
                        </a:rPr>
                        <a:t>Total Cost (₹)</a:t>
                      </a:r>
                    </a:p>
                  </a:txBody>
                  <a:tcPr marL="0" marR="108074" marT="21615" marB="108074" anchor="b">
                    <a:lnL w="12700" cmpd="sng">
                      <a:noFill/>
                    </a:lnL>
                    <a:lnR w="12700" cmpd="sng">
                      <a:noFill/>
                    </a:lnR>
                    <a:lnT w="9525" cap="flat" cmpd="sng" algn="ctr">
                      <a:noFill/>
                      <a:prstDash val="solid"/>
                    </a:lnT>
                    <a:lnB w="38100" cmpd="sng"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78196188"/>
                  </a:ext>
                </a:extLst>
              </a:tr>
              <a:tr h="438832">
                <a:tc>
                  <a:txBody>
                    <a:bodyPr/>
                    <a:lstStyle/>
                    <a:p>
                      <a:r>
                        <a:rPr lang="en-US" sz="1400" cap="none" spc="0">
                          <a:solidFill>
                            <a:schemeClr val="tx1"/>
                          </a:solidFill>
                        </a:rPr>
                        <a:t>Cement</a:t>
                      </a:r>
                    </a:p>
                  </a:txBody>
                  <a:tcPr marL="0" marR="108074" marT="32422" marB="108074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38100" cmpd="sng">
                      <a:noFill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cap="none" spc="0">
                          <a:solidFill>
                            <a:schemeClr val="tx1"/>
                          </a:solidFill>
                        </a:rPr>
                        <a:t>320</a:t>
                      </a:r>
                    </a:p>
                  </a:txBody>
                  <a:tcPr marL="0" marR="108074" marT="32422" marB="108074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38100" cmpd="sng">
                      <a:noFill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cap="none" spc="0">
                          <a:solidFill>
                            <a:schemeClr val="tx1"/>
                          </a:solidFill>
                        </a:rPr>
                        <a:t>9</a:t>
                      </a:r>
                    </a:p>
                  </a:txBody>
                  <a:tcPr marL="0" marR="108074" marT="32422" marB="108074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38100" cmpd="sng">
                      <a:noFill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cap="none" spc="0">
                          <a:solidFill>
                            <a:schemeClr val="tx1"/>
                          </a:solidFill>
                        </a:rPr>
                        <a:t>₹2880</a:t>
                      </a:r>
                    </a:p>
                  </a:txBody>
                  <a:tcPr marL="0" marR="108074" marT="32422" marB="108074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38100" cmpd="sng">
                      <a:noFill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29859174"/>
                  </a:ext>
                </a:extLst>
              </a:tr>
              <a:tr h="438832">
                <a:tc>
                  <a:txBody>
                    <a:bodyPr/>
                    <a:lstStyle/>
                    <a:p>
                      <a:r>
                        <a:rPr lang="en-US" sz="1400" cap="none" spc="0">
                          <a:solidFill>
                            <a:schemeClr val="tx1"/>
                          </a:solidFill>
                        </a:rPr>
                        <a:t>Fly Ash</a:t>
                      </a:r>
                    </a:p>
                  </a:txBody>
                  <a:tcPr marL="0" marR="108074" marT="32422" marB="108074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cap="none" spc="0">
                          <a:solidFill>
                            <a:schemeClr val="tx1"/>
                          </a:solidFill>
                        </a:rPr>
                        <a:t>80</a:t>
                      </a:r>
                    </a:p>
                  </a:txBody>
                  <a:tcPr marL="0" marR="108074" marT="32422" marB="108074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cap="none" spc="0">
                          <a:solidFill>
                            <a:schemeClr val="tx1"/>
                          </a:solidFill>
                        </a:rPr>
                        <a:t>2.5</a:t>
                      </a:r>
                    </a:p>
                  </a:txBody>
                  <a:tcPr marL="0" marR="108074" marT="32422" marB="108074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cap="none" spc="0">
                          <a:solidFill>
                            <a:schemeClr val="tx1"/>
                          </a:solidFill>
                        </a:rPr>
                        <a:t>₹200</a:t>
                      </a:r>
                    </a:p>
                  </a:txBody>
                  <a:tcPr marL="0" marR="108074" marT="32422" marB="108074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63855423"/>
                  </a:ext>
                </a:extLst>
              </a:tr>
              <a:tr h="438832">
                <a:tc>
                  <a:txBody>
                    <a:bodyPr/>
                    <a:lstStyle/>
                    <a:p>
                      <a:r>
                        <a:rPr lang="en-US" sz="1400" cap="none" spc="0">
                          <a:solidFill>
                            <a:schemeClr val="tx1"/>
                          </a:solidFill>
                        </a:rPr>
                        <a:t>Fine Aggregate (Sand)</a:t>
                      </a:r>
                    </a:p>
                  </a:txBody>
                  <a:tcPr marL="0" marR="108074" marT="32422" marB="108074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cap="none" spc="0">
                          <a:solidFill>
                            <a:schemeClr val="tx1"/>
                          </a:solidFill>
                        </a:rPr>
                        <a:t>704</a:t>
                      </a:r>
                    </a:p>
                  </a:txBody>
                  <a:tcPr marL="0" marR="108074" marT="32422" marB="108074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cap="none" spc="0">
                          <a:solidFill>
                            <a:schemeClr val="tx1"/>
                          </a:solidFill>
                        </a:rPr>
                        <a:t>1.2</a:t>
                      </a:r>
                    </a:p>
                  </a:txBody>
                  <a:tcPr marL="0" marR="108074" marT="32422" marB="108074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cap="none" spc="0">
                          <a:solidFill>
                            <a:schemeClr val="tx1"/>
                          </a:solidFill>
                        </a:rPr>
                        <a:t>₹844.8</a:t>
                      </a:r>
                    </a:p>
                  </a:txBody>
                  <a:tcPr marL="0" marR="108074" marT="32422" marB="108074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33852186"/>
                  </a:ext>
                </a:extLst>
              </a:tr>
              <a:tr h="438832">
                <a:tc>
                  <a:txBody>
                    <a:bodyPr/>
                    <a:lstStyle/>
                    <a:p>
                      <a:r>
                        <a:rPr lang="en-US" sz="1400" cap="none" spc="0">
                          <a:solidFill>
                            <a:schemeClr val="tx1"/>
                          </a:solidFill>
                        </a:rPr>
                        <a:t>Coarse Aggregate</a:t>
                      </a:r>
                    </a:p>
                  </a:txBody>
                  <a:tcPr marL="0" marR="108074" marT="32422" marB="108074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cap="none" spc="0">
                          <a:solidFill>
                            <a:schemeClr val="tx1"/>
                          </a:solidFill>
                        </a:rPr>
                        <a:t>1120</a:t>
                      </a:r>
                    </a:p>
                  </a:txBody>
                  <a:tcPr marL="0" marR="108074" marT="32422" marB="108074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cap="none" spc="0">
                          <a:solidFill>
                            <a:schemeClr val="tx1"/>
                          </a:solidFill>
                        </a:rPr>
                        <a:t>1.0</a:t>
                      </a:r>
                    </a:p>
                  </a:txBody>
                  <a:tcPr marL="0" marR="108074" marT="32422" marB="108074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cap="none" spc="0">
                          <a:solidFill>
                            <a:schemeClr val="tx1"/>
                          </a:solidFill>
                        </a:rPr>
                        <a:t>₹1120</a:t>
                      </a:r>
                    </a:p>
                  </a:txBody>
                  <a:tcPr marL="0" marR="108074" marT="32422" marB="108074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9760515"/>
                  </a:ext>
                </a:extLst>
              </a:tr>
              <a:tr h="438832">
                <a:tc>
                  <a:txBody>
                    <a:bodyPr/>
                    <a:lstStyle/>
                    <a:p>
                      <a:r>
                        <a:rPr lang="en-US" sz="1400" cap="none" spc="0">
                          <a:solidFill>
                            <a:schemeClr val="tx1"/>
                          </a:solidFill>
                        </a:rPr>
                        <a:t>Water</a:t>
                      </a:r>
                    </a:p>
                  </a:txBody>
                  <a:tcPr marL="0" marR="108074" marT="32422" marB="108074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cap="none" spc="0">
                          <a:solidFill>
                            <a:schemeClr val="tx1"/>
                          </a:solidFill>
                        </a:rPr>
                        <a:t>144</a:t>
                      </a:r>
                    </a:p>
                  </a:txBody>
                  <a:tcPr marL="0" marR="108074" marT="32422" marB="108074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cap="none" spc="0">
                          <a:solidFill>
                            <a:schemeClr val="tx1"/>
                          </a:solidFill>
                        </a:rPr>
                        <a:t>~0 (Negligible)</a:t>
                      </a:r>
                    </a:p>
                  </a:txBody>
                  <a:tcPr marL="0" marR="108074" marT="32422" marB="108074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cap="none" spc="0">
                          <a:solidFill>
                            <a:schemeClr val="tx1"/>
                          </a:solidFill>
                        </a:rPr>
                        <a:t>~0</a:t>
                      </a:r>
                    </a:p>
                  </a:txBody>
                  <a:tcPr marL="0" marR="108074" marT="32422" marB="108074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78370890"/>
                  </a:ext>
                </a:extLst>
              </a:tr>
              <a:tr h="438832">
                <a:tc>
                  <a:txBody>
                    <a:bodyPr/>
                    <a:lstStyle/>
                    <a:p>
                      <a:r>
                        <a:rPr lang="en-US" sz="1400" cap="none" spc="0">
                          <a:solidFill>
                            <a:schemeClr val="tx1"/>
                          </a:solidFill>
                        </a:rPr>
                        <a:t>Oleic Acid</a:t>
                      </a:r>
                    </a:p>
                  </a:txBody>
                  <a:tcPr marL="0" marR="108074" marT="32422" marB="108074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cap="none" spc="0">
                          <a:solidFill>
                            <a:schemeClr val="tx1"/>
                          </a:solidFill>
                        </a:rPr>
                        <a:t>0.64</a:t>
                      </a:r>
                    </a:p>
                  </a:txBody>
                  <a:tcPr marL="0" marR="108074" marT="32422" marB="108074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cap="none" spc="0">
                          <a:solidFill>
                            <a:schemeClr val="tx1"/>
                          </a:solidFill>
                        </a:rPr>
                        <a:t>500</a:t>
                      </a:r>
                    </a:p>
                  </a:txBody>
                  <a:tcPr marL="0" marR="108074" marT="32422" marB="108074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cap="none" spc="0">
                          <a:solidFill>
                            <a:schemeClr val="tx1"/>
                          </a:solidFill>
                        </a:rPr>
                        <a:t>₹320</a:t>
                      </a:r>
                    </a:p>
                  </a:txBody>
                  <a:tcPr marL="0" marR="108074" marT="32422" marB="108074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13336314"/>
                  </a:ext>
                </a:extLst>
              </a:tr>
            </a:tbl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588E9AF3-64DC-F798-7C66-5F616E61A73E}"/>
              </a:ext>
            </a:extLst>
          </p:cNvPr>
          <p:cNvSpPr txBox="1"/>
          <p:nvPr/>
        </p:nvSpPr>
        <p:spPr>
          <a:xfrm>
            <a:off x="397933" y="4267200"/>
            <a:ext cx="8754533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dirty="0"/>
              <a:t>Total cost for Hydrophobic Concrete=2880+200+845+1120+320=</a:t>
            </a:r>
            <a:r>
              <a:rPr lang="en-US" b="1" dirty="0"/>
              <a:t>Rs-5365</a:t>
            </a:r>
            <a:endParaRPr 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B4B0B81-C557-58B5-A9FB-F52EC19E0EF5}"/>
              </a:ext>
            </a:extLst>
          </p:cNvPr>
          <p:cNvSpPr txBox="1"/>
          <p:nvPr/>
        </p:nvSpPr>
        <p:spPr>
          <a:xfrm>
            <a:off x="1513114" y="4813299"/>
            <a:ext cx="10401299" cy="138499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800" b="1" dirty="0"/>
              <a:t>COST INCREASE(%)=((5365-5565)/5565)*100</a:t>
            </a:r>
          </a:p>
          <a:p>
            <a:r>
              <a:rPr lang="en-US" sz="2800" b="1" dirty="0"/>
              <a:t>                                = -3.59%</a:t>
            </a:r>
          </a:p>
          <a:p>
            <a:r>
              <a:rPr lang="en-US" sz="2800" b="1" dirty="0"/>
              <a:t>    Hence the cost is reduced, not increased</a:t>
            </a:r>
          </a:p>
        </p:txBody>
      </p:sp>
    </p:spTree>
    <p:extLst>
      <p:ext uri="{BB962C8B-B14F-4D97-AF65-F5344CB8AC3E}">
        <p14:creationId xmlns:p14="http://schemas.microsoft.com/office/powerpoint/2010/main" val="365640671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47" name="Rectangle 46">
            <a:extLst>
              <a:ext uri="{FF2B5EF4-FFF2-40B4-BE49-F238E27FC236}">
                <a16:creationId xmlns:a16="http://schemas.microsoft.com/office/drawing/2014/main" id="{1C582B07-D0F0-4B6B-A5D9-D2F192CB3A4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1"/>
              </a:solidFill>
            </a:endParaRPr>
          </a:p>
        </p:txBody>
      </p:sp>
      <p:grpSp>
        <p:nvGrpSpPr>
          <p:cNvPr id="48" name="Group 47">
            <a:extLst>
              <a:ext uri="{FF2B5EF4-FFF2-40B4-BE49-F238E27FC236}">
                <a16:creationId xmlns:a16="http://schemas.microsoft.com/office/drawing/2014/main" id="{9738E9B1-90A2-40BD-A0F4-87F26F4DB1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6214" y="-1"/>
            <a:ext cx="12214827" cy="6858000"/>
            <a:chOff x="-6214" y="-1"/>
            <a:chExt cx="12214827" cy="6858000"/>
          </a:xfrm>
        </p:grpSpPr>
        <p:cxnSp>
          <p:nvCxnSpPr>
            <p:cNvPr id="13" name="Straight Connector 12">
              <a:extLst>
                <a:ext uri="{FF2B5EF4-FFF2-40B4-BE49-F238E27FC236}">
                  <a16:creationId xmlns:a16="http://schemas.microsoft.com/office/drawing/2014/main" id="{5C606F52-E764-495B-845B-DEB11226AA0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-6214" y="6686283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Connector 13">
              <a:extLst>
                <a:ext uri="{FF2B5EF4-FFF2-40B4-BE49-F238E27FC236}">
                  <a16:creationId xmlns:a16="http://schemas.microsoft.com/office/drawing/2014/main" id="{58088103-DEE8-411A-A4E4-6F4C1D83E0E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0C8959EA-C69F-42AC-8E32-ECB8B49509D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99325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>
              <a:extLst>
                <a:ext uri="{FF2B5EF4-FFF2-40B4-BE49-F238E27FC236}">
                  <a16:creationId xmlns:a16="http://schemas.microsoft.com/office/drawing/2014/main" id="{8D81D739-9DD7-43FC-8E19-C05127E37D8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9252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Connector 16">
              <a:extLst>
                <a:ext uri="{FF2B5EF4-FFF2-40B4-BE49-F238E27FC236}">
                  <a16:creationId xmlns:a16="http://schemas.microsoft.com/office/drawing/2014/main" id="{C6F1D018-5105-44EF-A4D1-098DEB63F96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75922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>
              <a:extLst>
                <a:ext uri="{FF2B5EF4-FFF2-40B4-BE49-F238E27FC236}">
                  <a16:creationId xmlns:a16="http://schemas.microsoft.com/office/drawing/2014/main" id="{4E8208F5-827D-4DAB-9D4C-7264BE62F4A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2159316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>
              <a:extLst>
                <a:ext uri="{FF2B5EF4-FFF2-40B4-BE49-F238E27FC236}">
                  <a16:creationId xmlns:a16="http://schemas.microsoft.com/office/drawing/2014/main" id="{2E8EA79B-BDEA-42CE-BE09-39A01B127B9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3142710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>
              <a:extLst>
                <a:ext uri="{FF2B5EF4-FFF2-40B4-BE49-F238E27FC236}">
                  <a16:creationId xmlns:a16="http://schemas.microsoft.com/office/drawing/2014/main" id="{DE75A2DF-EDE4-4E77-BE95-EEF4C59ABEA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4126104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>
              <a:extLst>
                <a:ext uri="{FF2B5EF4-FFF2-40B4-BE49-F238E27FC236}">
                  <a16:creationId xmlns:a16="http://schemas.microsoft.com/office/drawing/2014/main" id="{A3906DFB-0739-4431-B65A-97523AB5B53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510949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Connector 21">
              <a:extLst>
                <a:ext uri="{FF2B5EF4-FFF2-40B4-BE49-F238E27FC236}">
                  <a16:creationId xmlns:a16="http://schemas.microsoft.com/office/drawing/2014/main" id="{76F2606E-29A4-4636-A81E-798A552C5C1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6092892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Connector 22">
              <a:extLst>
                <a:ext uri="{FF2B5EF4-FFF2-40B4-BE49-F238E27FC236}">
                  <a16:creationId xmlns:a16="http://schemas.microsoft.com/office/drawing/2014/main" id="{86F897EA-C9A9-4EB3-BC65-F7446EAFE3C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76286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Straight Connector 23">
              <a:extLst>
                <a:ext uri="{FF2B5EF4-FFF2-40B4-BE49-F238E27FC236}">
                  <a16:creationId xmlns:a16="http://schemas.microsoft.com/office/drawing/2014/main" id="{2739496E-0BF8-40C7-845B-9AE701327CB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8059680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Straight Connector 24">
              <a:extLst>
                <a:ext uri="{FF2B5EF4-FFF2-40B4-BE49-F238E27FC236}">
                  <a16:creationId xmlns:a16="http://schemas.microsoft.com/office/drawing/2014/main" id="{D088E4F4-3D8F-4D87-8D4F-40BF011B653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9043074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Straight Connector 25">
              <a:extLst>
                <a:ext uri="{FF2B5EF4-FFF2-40B4-BE49-F238E27FC236}">
                  <a16:creationId xmlns:a16="http://schemas.microsoft.com/office/drawing/2014/main" id="{7A69F1A1-5816-4416-A9F5-87978681DA2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002646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Straight Connector 26">
              <a:extLst>
                <a:ext uri="{FF2B5EF4-FFF2-40B4-BE49-F238E27FC236}">
                  <a16:creationId xmlns:a16="http://schemas.microsoft.com/office/drawing/2014/main" id="{9117C4C1-CADA-4F09-9AF2-6B8C8D8C911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009862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Straight Connector 27">
              <a:extLst>
                <a:ext uri="{FF2B5EF4-FFF2-40B4-BE49-F238E27FC236}">
                  <a16:creationId xmlns:a16="http://schemas.microsoft.com/office/drawing/2014/main" id="{34E8180E-0D54-47BF-8E8B-5221B42ADAB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2185786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Straight Connector 28">
              <a:extLst>
                <a:ext uri="{FF2B5EF4-FFF2-40B4-BE49-F238E27FC236}">
                  <a16:creationId xmlns:a16="http://schemas.microsoft.com/office/drawing/2014/main" id="{EAECD2FE-009C-4029-9B00-7884465E60B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171716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Straight Connector 29">
              <a:extLst>
                <a:ext uri="{FF2B5EF4-FFF2-40B4-BE49-F238E27FC236}">
                  <a16:creationId xmlns:a16="http://schemas.microsoft.com/office/drawing/2014/main" id="{0858E68E-42A6-4A51-B4D5-33DB9ABF348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714597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Straight Connector 30">
              <a:extLst>
                <a:ext uri="{FF2B5EF4-FFF2-40B4-BE49-F238E27FC236}">
                  <a16:creationId xmlns:a16="http://schemas.microsoft.com/office/drawing/2014/main" id="{78D281A2-52B2-4873-9305-FCB308AD7DA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1257478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Straight Connector 31">
              <a:extLst>
                <a:ext uri="{FF2B5EF4-FFF2-40B4-BE49-F238E27FC236}">
                  <a16:creationId xmlns:a16="http://schemas.microsoft.com/office/drawing/2014/main" id="{14FB3078-A466-4FFD-ABEF-C9A7574E1BA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1800359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Straight Connector 32">
              <a:extLst>
                <a:ext uri="{FF2B5EF4-FFF2-40B4-BE49-F238E27FC236}">
                  <a16:creationId xmlns:a16="http://schemas.microsoft.com/office/drawing/2014/main" id="{7CA1524F-1F21-4721-A86E-E85A5F1F9F1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2343240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Straight Connector 33">
              <a:extLst>
                <a:ext uri="{FF2B5EF4-FFF2-40B4-BE49-F238E27FC236}">
                  <a16:creationId xmlns:a16="http://schemas.microsoft.com/office/drawing/2014/main" id="{10709EB5-FD9B-437B-A1F2-8F349D5DB47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2886121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Straight Connector 34">
              <a:extLst>
                <a:ext uri="{FF2B5EF4-FFF2-40B4-BE49-F238E27FC236}">
                  <a16:creationId xmlns:a16="http://schemas.microsoft.com/office/drawing/2014/main" id="{82EC2B2C-60AD-4659-B06F-8092836CDE1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3429002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Straight Connector 35">
              <a:extLst>
                <a:ext uri="{FF2B5EF4-FFF2-40B4-BE49-F238E27FC236}">
                  <a16:creationId xmlns:a16="http://schemas.microsoft.com/office/drawing/2014/main" id="{527BC99E-9BB9-42A0-AAB7-A8A1EEA9610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3971883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Straight Connector 36">
              <a:extLst>
                <a:ext uri="{FF2B5EF4-FFF2-40B4-BE49-F238E27FC236}">
                  <a16:creationId xmlns:a16="http://schemas.microsoft.com/office/drawing/2014/main" id="{29A7D6B4-18DB-4681-986D-444AADDB17D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4514764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" name="Straight Connector 37">
              <a:extLst>
                <a:ext uri="{FF2B5EF4-FFF2-40B4-BE49-F238E27FC236}">
                  <a16:creationId xmlns:a16="http://schemas.microsoft.com/office/drawing/2014/main" id="{AA4624BA-1001-48B7-BC11-037D364FCA4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5057645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" name="Straight Connector 38">
              <a:extLst>
                <a:ext uri="{FF2B5EF4-FFF2-40B4-BE49-F238E27FC236}">
                  <a16:creationId xmlns:a16="http://schemas.microsoft.com/office/drawing/2014/main" id="{A04EF434-B04C-4DCD-BC8F-D7916D26373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5600526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" name="Straight Connector 39">
              <a:extLst>
                <a:ext uri="{FF2B5EF4-FFF2-40B4-BE49-F238E27FC236}">
                  <a16:creationId xmlns:a16="http://schemas.microsoft.com/office/drawing/2014/main" id="{B82F9A28-9196-4D80-90EE-5C0F8C1F7BD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6857999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" name="Straight Connector 40">
              <a:extLst>
                <a:ext uri="{FF2B5EF4-FFF2-40B4-BE49-F238E27FC236}">
                  <a16:creationId xmlns:a16="http://schemas.microsoft.com/office/drawing/2014/main" id="{58862482-841F-43A1-BC57-EFF29F169FC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6613" y="6143407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" name="Straight Connector 41">
              <a:extLst>
                <a:ext uri="{FF2B5EF4-FFF2-40B4-BE49-F238E27FC236}">
                  <a16:creationId xmlns:a16="http://schemas.microsoft.com/office/drawing/2014/main" id="{088421A5-3C31-41EF-8AC3-BB5F23AC3B6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684225" y="171716"/>
              <a:ext cx="0" cy="6511464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" name="Straight Connector 42">
              <a:extLst>
                <a:ext uri="{FF2B5EF4-FFF2-40B4-BE49-F238E27FC236}">
                  <a16:creationId xmlns:a16="http://schemas.microsoft.com/office/drawing/2014/main" id="{3A5FE1E5-EDBF-4999-95A7-A4D1A20E644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508412" y="173267"/>
              <a:ext cx="0" cy="6511464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BCCD4BD3-B98C-6EC2-A458-E99F7084F6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1078" y="725951"/>
            <a:ext cx="4424633" cy="1921328"/>
          </a:xfrm>
        </p:spPr>
        <p:txBody>
          <a:bodyPr>
            <a:normAutofit/>
          </a:bodyPr>
          <a:lstStyle/>
          <a:p>
            <a:r>
              <a:rPr lang="en-US" b="1" u="sng" dirty="0"/>
              <a:t>Preparation</a:t>
            </a:r>
          </a:p>
        </p:txBody>
      </p:sp>
      <p:sp>
        <p:nvSpPr>
          <p:cNvPr id="49" name="Right Triangle 48">
            <a:extLst>
              <a:ext uri="{FF2B5EF4-FFF2-40B4-BE49-F238E27FC236}">
                <a16:creationId xmlns:a16="http://schemas.microsoft.com/office/drawing/2014/main" id="{DE09DA9F-86A5-44E6-BA6F-EA76B7E656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3500000">
            <a:off x="-284142" y="2068009"/>
            <a:ext cx="568289" cy="568289"/>
          </a:xfrm>
          <a:prstGeom prst="rtTriangle">
            <a:avLst/>
          </a:prstGeom>
          <a:solidFill>
            <a:schemeClr val="accent1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A98DFFF-CE8B-6834-E255-F77B3A29E83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91078" y="2886115"/>
            <a:ext cx="4424633" cy="3262284"/>
          </a:xfrm>
        </p:spPr>
        <p:txBody>
          <a:bodyPr vert="horz" lIns="91440" tIns="45720" rIns="91440" bIns="45720" rtlCol="0">
            <a:normAutofit/>
          </a:bodyPr>
          <a:lstStyle/>
          <a:p>
            <a:r>
              <a:rPr lang="en-US" dirty="0"/>
              <a:t>Dry Mix</a:t>
            </a:r>
          </a:p>
          <a:p>
            <a:pPr>
              <a:buClr>
                <a:srgbClr val="8D87A6"/>
              </a:buClr>
            </a:pPr>
            <a:r>
              <a:rPr lang="en-US" dirty="0"/>
              <a:t>Preparation of Oleic Acid solution</a:t>
            </a:r>
          </a:p>
          <a:p>
            <a:pPr>
              <a:buClr>
                <a:srgbClr val="8D87A6"/>
              </a:buClr>
            </a:pPr>
            <a:r>
              <a:rPr lang="en-US" dirty="0"/>
              <a:t>Wet Mixing </a:t>
            </a:r>
          </a:p>
          <a:p>
            <a:pPr>
              <a:buClr>
                <a:srgbClr val="8D87A6"/>
              </a:buClr>
            </a:pPr>
            <a:r>
              <a:rPr lang="en-US" dirty="0"/>
              <a:t>Casting</a:t>
            </a:r>
          </a:p>
          <a:p>
            <a:pPr>
              <a:buClr>
                <a:srgbClr val="8D87A6"/>
              </a:buClr>
            </a:pPr>
            <a:r>
              <a:rPr lang="en-US" dirty="0"/>
              <a:t>Finishing</a:t>
            </a:r>
          </a:p>
        </p:txBody>
      </p:sp>
      <p:pic>
        <p:nvPicPr>
          <p:cNvPr id="4" name="Picture 3" descr="A person holding a piece of cement&#10;&#10;Description automatically generated">
            <a:extLst>
              <a:ext uri="{FF2B5EF4-FFF2-40B4-BE49-F238E27FC236}">
                <a16:creationId xmlns:a16="http://schemas.microsoft.com/office/drawing/2014/main" id="{462FFA68-386F-8034-1C20-D3E9A8355CB0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6719" r="1" b="19718"/>
          <a:stretch/>
        </p:blipFill>
        <p:spPr>
          <a:xfrm>
            <a:off x="6092892" y="170172"/>
            <a:ext cx="5900366" cy="3255395"/>
          </a:xfrm>
          <a:prstGeom prst="rect">
            <a:avLst/>
          </a:prstGeom>
        </p:spPr>
      </p:pic>
      <p:pic>
        <p:nvPicPr>
          <p:cNvPr id="5" name="Picture 4" descr="A concrete slab on a wooden surface&#10;&#10;Description automatically generated">
            <a:extLst>
              <a:ext uri="{FF2B5EF4-FFF2-40B4-BE49-F238E27FC236}">
                <a16:creationId xmlns:a16="http://schemas.microsoft.com/office/drawing/2014/main" id="{61459D6C-8E57-2FBB-EAF5-BE12CFC58474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r="1" b="26281"/>
          <a:stretch/>
        </p:blipFill>
        <p:spPr>
          <a:xfrm>
            <a:off x="6092892" y="3425544"/>
            <a:ext cx="5900368" cy="32622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0288312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739BDA-6860-1189-72A2-A2126AAC03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u="sng" dirty="0"/>
              <a:t>Curing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60660F4-5418-CFFB-0829-7E31DE3EA17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91079" y="2340131"/>
            <a:ext cx="5668334" cy="3564436"/>
          </a:xfrm>
        </p:spPr>
        <p:txBody>
          <a:bodyPr vert="horz" lIns="91440" tIns="45720" rIns="91440" bIns="45720" rtlCol="0" anchor="t">
            <a:normAutofit fontScale="77500" lnSpcReduction="20000"/>
          </a:bodyPr>
          <a:lstStyle/>
          <a:p>
            <a:r>
              <a:rPr lang="en-US" sz="2800" dirty="0">
                <a:latin typeface="Grandview"/>
                <a:ea typeface="+mn-lt"/>
                <a:cs typeface="+mn-lt"/>
              </a:rPr>
              <a:t>Curing is crucial for </a:t>
            </a:r>
            <a:r>
              <a:rPr lang="en-US" sz="2800" b="1" dirty="0">
                <a:latin typeface="Grandview"/>
                <a:ea typeface="+mn-lt"/>
                <a:cs typeface="+mn-lt"/>
              </a:rPr>
              <a:t>hydration</a:t>
            </a:r>
            <a:r>
              <a:rPr lang="en-US" sz="2800" dirty="0">
                <a:latin typeface="Grandview"/>
                <a:ea typeface="+mn-lt"/>
                <a:cs typeface="+mn-lt"/>
              </a:rPr>
              <a:t> and </a:t>
            </a:r>
            <a:r>
              <a:rPr lang="en-US" sz="2800" b="1" dirty="0">
                <a:latin typeface="Grandview"/>
                <a:ea typeface="+mn-lt"/>
                <a:cs typeface="+mn-lt"/>
              </a:rPr>
              <a:t>strength development.</a:t>
            </a:r>
            <a:r>
              <a:rPr lang="en-US" sz="2800" dirty="0">
                <a:latin typeface="Grandview"/>
                <a:ea typeface="+mn-lt"/>
                <a:cs typeface="+mn-lt"/>
              </a:rPr>
              <a:t> </a:t>
            </a:r>
          </a:p>
          <a:p>
            <a:pPr>
              <a:buClr>
                <a:srgbClr val="8D87A6"/>
              </a:buClr>
            </a:pPr>
            <a:r>
              <a:rPr lang="en-US" sz="2800" dirty="0">
                <a:latin typeface="Grandview"/>
                <a:ea typeface="+mn-lt"/>
                <a:cs typeface="+mn-lt"/>
              </a:rPr>
              <a:t>Despite its water-repellent properties, hydrophobic concrete must be kept </a:t>
            </a:r>
            <a:r>
              <a:rPr lang="en-US" sz="2800" b="1" dirty="0">
                <a:latin typeface="Grandview"/>
                <a:ea typeface="+mn-lt"/>
                <a:cs typeface="+mn-lt"/>
              </a:rPr>
              <a:t>moist during</a:t>
            </a:r>
            <a:r>
              <a:rPr lang="en-US" sz="2800" dirty="0">
                <a:latin typeface="Grandview"/>
                <a:ea typeface="+mn-lt"/>
                <a:cs typeface="+mn-lt"/>
              </a:rPr>
              <a:t> the curing phase.</a:t>
            </a:r>
          </a:p>
          <a:p>
            <a:pPr>
              <a:buClr>
                <a:srgbClr val="8D87A6"/>
              </a:buClr>
            </a:pPr>
            <a:r>
              <a:rPr lang="en-US" sz="2800" dirty="0">
                <a:ea typeface="+mn-lt"/>
                <a:cs typeface="+mn-lt"/>
              </a:rPr>
              <a:t>After about 7–28 days, the hydrophobic layer becomes more pronounced. By this time, most of the </a:t>
            </a:r>
            <a:r>
              <a:rPr lang="en-US" sz="2800" b="1" dirty="0">
                <a:ea typeface="+mn-lt"/>
                <a:cs typeface="+mn-lt"/>
              </a:rPr>
              <a:t>cement hydration reactions are complete</a:t>
            </a:r>
            <a:r>
              <a:rPr lang="en-US" sz="2800" dirty="0">
                <a:ea typeface="+mn-lt"/>
                <a:cs typeface="+mn-lt"/>
              </a:rPr>
              <a:t>, and curing is no longer significantly impacted.</a:t>
            </a:r>
            <a:endParaRPr lang="en-US" sz="2800" dirty="0">
              <a:latin typeface="Grandview"/>
              <a:ea typeface="+mn-lt"/>
              <a:cs typeface="+mn-lt"/>
            </a:endParaRPr>
          </a:p>
        </p:txBody>
      </p:sp>
      <p:pic>
        <p:nvPicPr>
          <p:cNvPr id="4" name="Picture 3" descr="A small dog house on a carpeted floor&#10;&#10;Description automatically generated">
            <a:extLst>
              <a:ext uri="{FF2B5EF4-FFF2-40B4-BE49-F238E27FC236}">
                <a16:creationId xmlns:a16="http://schemas.microsoft.com/office/drawing/2014/main" id="{A9E81686-7A70-DAE9-524C-38C456D1C987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24045" r="9589" b="12694"/>
          <a:stretch/>
        </p:blipFill>
        <p:spPr>
          <a:xfrm>
            <a:off x="6352905" y="1450561"/>
            <a:ext cx="4369644" cy="40674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8512430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1C582B07-D0F0-4B6B-A5D9-D2F192CB3A4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1"/>
              </a:solidFill>
            </a:endParaRPr>
          </a:p>
        </p:txBody>
      </p:sp>
      <p:sp useBgFill="1">
        <p:nvSpPr>
          <p:cNvPr id="12" name="Freeform: Shape 11">
            <a:extLst>
              <a:ext uri="{FF2B5EF4-FFF2-40B4-BE49-F238E27FC236}">
                <a16:creationId xmlns:a16="http://schemas.microsoft.com/office/drawing/2014/main" id="{E176DC30-5F54-423B-AF50-738BEABE7F6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V="1">
            <a:off x="5490555" y="162759"/>
            <a:ext cx="6857996" cy="6532473"/>
          </a:xfrm>
          <a:custGeom>
            <a:avLst/>
            <a:gdLst>
              <a:gd name="connsiteX0" fmla="*/ 0 w 6857996"/>
              <a:gd name="connsiteY0" fmla="*/ 2827344 h 6142577"/>
              <a:gd name="connsiteX1" fmla="*/ 0 w 6857996"/>
              <a:gd name="connsiteY1" fmla="*/ 5080510 h 6142577"/>
              <a:gd name="connsiteX2" fmla="*/ 3 w 6857996"/>
              <a:gd name="connsiteY2" fmla="*/ 5080510 h 6142577"/>
              <a:gd name="connsiteX3" fmla="*/ 3 w 6857996"/>
              <a:gd name="connsiteY3" fmla="*/ 6142577 h 6142577"/>
              <a:gd name="connsiteX4" fmla="*/ 6857996 w 6857996"/>
              <a:gd name="connsiteY4" fmla="*/ 6142577 h 6142577"/>
              <a:gd name="connsiteX5" fmla="*/ 6857996 w 6857996"/>
              <a:gd name="connsiteY5" fmla="*/ 3928749 h 6142577"/>
              <a:gd name="connsiteX6" fmla="*/ 6857996 w 6857996"/>
              <a:gd name="connsiteY6" fmla="*/ 2572597 h 6142577"/>
              <a:gd name="connsiteX7" fmla="*/ 6857996 w 6857996"/>
              <a:gd name="connsiteY7" fmla="*/ 307516 h 6142577"/>
              <a:gd name="connsiteX8" fmla="*/ 6550769 w 6857996"/>
              <a:gd name="connsiteY8" fmla="*/ 222609 h 6142577"/>
              <a:gd name="connsiteX9" fmla="*/ 5031274 w 6857996"/>
              <a:gd name="connsiteY9" fmla="*/ 33 h 6142577"/>
              <a:gd name="connsiteX10" fmla="*/ 310659 w 6857996"/>
              <a:gd name="connsiteY10" fmla="*/ 1067285 h 6142577"/>
              <a:gd name="connsiteX11" fmla="*/ 2 w 6857996"/>
              <a:gd name="connsiteY11" fmla="*/ 1072307 h 6142577"/>
              <a:gd name="connsiteX12" fmla="*/ 2 w 6857996"/>
              <a:gd name="connsiteY12" fmla="*/ 2827344 h 614257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6857996" h="6142577">
                <a:moveTo>
                  <a:pt x="0" y="2827344"/>
                </a:moveTo>
                <a:lnTo>
                  <a:pt x="0" y="5080510"/>
                </a:lnTo>
                <a:lnTo>
                  <a:pt x="3" y="5080510"/>
                </a:lnTo>
                <a:lnTo>
                  <a:pt x="3" y="6142577"/>
                </a:lnTo>
                <a:lnTo>
                  <a:pt x="6857996" y="6142577"/>
                </a:lnTo>
                <a:lnTo>
                  <a:pt x="6857996" y="3928749"/>
                </a:lnTo>
                <a:lnTo>
                  <a:pt x="6857996" y="2572597"/>
                </a:lnTo>
                <a:lnTo>
                  <a:pt x="6857996" y="307516"/>
                </a:lnTo>
                <a:lnTo>
                  <a:pt x="6550769" y="222609"/>
                </a:lnTo>
                <a:cubicBezTo>
                  <a:pt x="5946238" y="65902"/>
                  <a:pt x="5454822" y="1688"/>
                  <a:pt x="5031274" y="33"/>
                </a:cubicBezTo>
                <a:cubicBezTo>
                  <a:pt x="3337081" y="-6590"/>
                  <a:pt x="2728780" y="987729"/>
                  <a:pt x="310659" y="1067285"/>
                </a:cubicBezTo>
                <a:lnTo>
                  <a:pt x="2" y="1072307"/>
                </a:lnTo>
                <a:lnTo>
                  <a:pt x="2" y="2827344"/>
                </a:lnTo>
                <a:close/>
              </a:path>
            </a:pathLst>
          </a:custGeom>
          <a:solidFill>
            <a:srgbClr val="BCBCBC">
              <a:alpha val="3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4675998B-83F9-4DD6-A181-01CC6390EB1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6214" y="-1"/>
            <a:ext cx="12214827" cy="6858000"/>
            <a:chOff x="-6214" y="-1"/>
            <a:chExt cx="12214827" cy="6858000"/>
          </a:xfrm>
        </p:grpSpPr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7203DA02-DFF0-43DA-97F8-713359A5E93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-6214" y="6686283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>
              <a:extLst>
                <a:ext uri="{FF2B5EF4-FFF2-40B4-BE49-F238E27FC236}">
                  <a16:creationId xmlns:a16="http://schemas.microsoft.com/office/drawing/2014/main" id="{D7DB5F66-3FA1-4342-A884-49FFC898B0D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Connector 16">
              <a:extLst>
                <a:ext uri="{FF2B5EF4-FFF2-40B4-BE49-F238E27FC236}">
                  <a16:creationId xmlns:a16="http://schemas.microsoft.com/office/drawing/2014/main" id="{F62E1DE4-95C3-4648-880D-D5F16DA5BEB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99325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>
              <a:extLst>
                <a:ext uri="{FF2B5EF4-FFF2-40B4-BE49-F238E27FC236}">
                  <a16:creationId xmlns:a16="http://schemas.microsoft.com/office/drawing/2014/main" id="{2F0DE976-09C7-468E-88D4-E653C3B9A93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9252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>
              <a:extLst>
                <a:ext uri="{FF2B5EF4-FFF2-40B4-BE49-F238E27FC236}">
                  <a16:creationId xmlns:a16="http://schemas.microsoft.com/office/drawing/2014/main" id="{146834F4-CE01-4256-A71F-E9622367BA6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75922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>
              <a:extLst>
                <a:ext uri="{FF2B5EF4-FFF2-40B4-BE49-F238E27FC236}">
                  <a16:creationId xmlns:a16="http://schemas.microsoft.com/office/drawing/2014/main" id="{B24B1666-CD3C-4141-91C0-782A8C0A79B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2159316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>
              <a:extLst>
                <a:ext uri="{FF2B5EF4-FFF2-40B4-BE49-F238E27FC236}">
                  <a16:creationId xmlns:a16="http://schemas.microsoft.com/office/drawing/2014/main" id="{8BEB9DED-5756-4349-86C4-BB40C843E90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3142710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Connector 21">
              <a:extLst>
                <a:ext uri="{FF2B5EF4-FFF2-40B4-BE49-F238E27FC236}">
                  <a16:creationId xmlns:a16="http://schemas.microsoft.com/office/drawing/2014/main" id="{3E66CDAA-2393-4E50-88AE-4B6DE356DD8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4126104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Connector 22">
              <a:extLst>
                <a:ext uri="{FF2B5EF4-FFF2-40B4-BE49-F238E27FC236}">
                  <a16:creationId xmlns:a16="http://schemas.microsoft.com/office/drawing/2014/main" id="{D52ED3B2-4AF6-4D71-AFE0-E628195BEE3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510949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Straight Connector 23">
              <a:extLst>
                <a:ext uri="{FF2B5EF4-FFF2-40B4-BE49-F238E27FC236}">
                  <a16:creationId xmlns:a16="http://schemas.microsoft.com/office/drawing/2014/main" id="{38F8274F-6455-416D-9E21-09DCC607D31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6092892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Straight Connector 24">
              <a:extLst>
                <a:ext uri="{FF2B5EF4-FFF2-40B4-BE49-F238E27FC236}">
                  <a16:creationId xmlns:a16="http://schemas.microsoft.com/office/drawing/2014/main" id="{5A4FC2BA-35B4-4272-AE27-2EA963B9C6B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76286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Straight Connector 25">
              <a:extLst>
                <a:ext uri="{FF2B5EF4-FFF2-40B4-BE49-F238E27FC236}">
                  <a16:creationId xmlns:a16="http://schemas.microsoft.com/office/drawing/2014/main" id="{3075E2C7-38CF-4C4C-BA60-8EBC4C59723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8059680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Straight Connector 26">
              <a:extLst>
                <a:ext uri="{FF2B5EF4-FFF2-40B4-BE49-F238E27FC236}">
                  <a16:creationId xmlns:a16="http://schemas.microsoft.com/office/drawing/2014/main" id="{3A41EEBD-A69D-4000-B18A-0FF9079FF45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9043074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Straight Connector 27">
              <a:extLst>
                <a:ext uri="{FF2B5EF4-FFF2-40B4-BE49-F238E27FC236}">
                  <a16:creationId xmlns:a16="http://schemas.microsoft.com/office/drawing/2014/main" id="{5D674DC2-DB19-4D12-A7CC-A19B45A577E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002646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Straight Connector 28">
              <a:extLst>
                <a:ext uri="{FF2B5EF4-FFF2-40B4-BE49-F238E27FC236}">
                  <a16:creationId xmlns:a16="http://schemas.microsoft.com/office/drawing/2014/main" id="{ACE37544-AEB0-4C32-9AB4-FD8868FBB4C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009862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Straight Connector 29">
              <a:extLst>
                <a:ext uri="{FF2B5EF4-FFF2-40B4-BE49-F238E27FC236}">
                  <a16:creationId xmlns:a16="http://schemas.microsoft.com/office/drawing/2014/main" id="{4A4D92EE-9609-4B42-A0C2-EE8B291A29C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2185786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Straight Connector 30">
              <a:extLst>
                <a:ext uri="{FF2B5EF4-FFF2-40B4-BE49-F238E27FC236}">
                  <a16:creationId xmlns:a16="http://schemas.microsoft.com/office/drawing/2014/main" id="{014BE4F6-D0F0-4D05-BADF-7BAB7388532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171716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Straight Connector 31">
              <a:extLst>
                <a:ext uri="{FF2B5EF4-FFF2-40B4-BE49-F238E27FC236}">
                  <a16:creationId xmlns:a16="http://schemas.microsoft.com/office/drawing/2014/main" id="{82022A48-AB28-42C0-99AA-84E9E942A2F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714597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Straight Connector 32">
              <a:extLst>
                <a:ext uri="{FF2B5EF4-FFF2-40B4-BE49-F238E27FC236}">
                  <a16:creationId xmlns:a16="http://schemas.microsoft.com/office/drawing/2014/main" id="{1BE1212E-2DDC-41F9-817C-2B0AF529E01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1257478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Straight Connector 33">
              <a:extLst>
                <a:ext uri="{FF2B5EF4-FFF2-40B4-BE49-F238E27FC236}">
                  <a16:creationId xmlns:a16="http://schemas.microsoft.com/office/drawing/2014/main" id="{2EAC07E3-6FB7-48B5-9418-5D58EC897AD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1800359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Straight Connector 34">
              <a:extLst>
                <a:ext uri="{FF2B5EF4-FFF2-40B4-BE49-F238E27FC236}">
                  <a16:creationId xmlns:a16="http://schemas.microsoft.com/office/drawing/2014/main" id="{2C112200-C0E8-4E4F-B475-BB0C5619B18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2343240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Straight Connector 35">
              <a:extLst>
                <a:ext uri="{FF2B5EF4-FFF2-40B4-BE49-F238E27FC236}">
                  <a16:creationId xmlns:a16="http://schemas.microsoft.com/office/drawing/2014/main" id="{9BA45913-5C20-4A2E-9401-B69D433BAC0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2886121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Straight Connector 36">
              <a:extLst>
                <a:ext uri="{FF2B5EF4-FFF2-40B4-BE49-F238E27FC236}">
                  <a16:creationId xmlns:a16="http://schemas.microsoft.com/office/drawing/2014/main" id="{253BFA98-23F1-401A-B615-F706954A49D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3429002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" name="Straight Connector 37">
              <a:extLst>
                <a:ext uri="{FF2B5EF4-FFF2-40B4-BE49-F238E27FC236}">
                  <a16:creationId xmlns:a16="http://schemas.microsoft.com/office/drawing/2014/main" id="{99EE95EF-D097-47D9-98DF-5BA037C4978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3971883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" name="Straight Connector 38">
              <a:extLst>
                <a:ext uri="{FF2B5EF4-FFF2-40B4-BE49-F238E27FC236}">
                  <a16:creationId xmlns:a16="http://schemas.microsoft.com/office/drawing/2014/main" id="{72E5EAA5-1BC5-4C85-85D9-F7BA73476C1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4514764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" name="Straight Connector 39">
              <a:extLst>
                <a:ext uri="{FF2B5EF4-FFF2-40B4-BE49-F238E27FC236}">
                  <a16:creationId xmlns:a16="http://schemas.microsoft.com/office/drawing/2014/main" id="{38F5AAC3-E106-4C3A-986B-23C44A9B1BB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5057645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" name="Straight Connector 40">
              <a:extLst>
                <a:ext uri="{FF2B5EF4-FFF2-40B4-BE49-F238E27FC236}">
                  <a16:creationId xmlns:a16="http://schemas.microsoft.com/office/drawing/2014/main" id="{3EC6582A-5366-4B33-8D40-2B474D8B578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5600526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" name="Straight Connector 41">
              <a:extLst>
                <a:ext uri="{FF2B5EF4-FFF2-40B4-BE49-F238E27FC236}">
                  <a16:creationId xmlns:a16="http://schemas.microsoft.com/office/drawing/2014/main" id="{8A25249E-2F40-425D-A7F1-B7E55EF53C8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6857999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" name="Straight Connector 42">
              <a:extLst>
                <a:ext uri="{FF2B5EF4-FFF2-40B4-BE49-F238E27FC236}">
                  <a16:creationId xmlns:a16="http://schemas.microsoft.com/office/drawing/2014/main" id="{A13EC936-5CFC-4FE5-BCA8-59B3A2EFB63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6613" y="6143407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" name="Straight Connector 43">
              <a:extLst>
                <a:ext uri="{FF2B5EF4-FFF2-40B4-BE49-F238E27FC236}">
                  <a16:creationId xmlns:a16="http://schemas.microsoft.com/office/drawing/2014/main" id="{FCDE7F7A-C490-430C-876F-0349FC8BFB9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684225" y="171716"/>
              <a:ext cx="0" cy="6511464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" name="Straight Connector 44">
              <a:extLst>
                <a:ext uri="{FF2B5EF4-FFF2-40B4-BE49-F238E27FC236}">
                  <a16:creationId xmlns:a16="http://schemas.microsoft.com/office/drawing/2014/main" id="{CD686B4E-119A-4F4A-9392-1F9CFE3BEE3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508412" y="173267"/>
              <a:ext cx="0" cy="6511464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47" name="Right Triangle 46">
            <a:extLst>
              <a:ext uri="{FF2B5EF4-FFF2-40B4-BE49-F238E27FC236}">
                <a16:creationId xmlns:a16="http://schemas.microsoft.com/office/drawing/2014/main" id="{F3730C34-30B8-42E4-824D-F095747C45E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3500000">
            <a:off x="-281095" y="2059091"/>
            <a:ext cx="568289" cy="568289"/>
          </a:xfrm>
          <a:prstGeom prst="rtTriangle">
            <a:avLst/>
          </a:prstGeom>
          <a:solidFill>
            <a:schemeClr val="accent1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B3CF9B3-F5F7-BC26-BC08-0DF59A56CF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1078" y="725951"/>
            <a:ext cx="5398648" cy="1878413"/>
          </a:xfrm>
        </p:spPr>
        <p:txBody>
          <a:bodyPr>
            <a:normAutofit/>
          </a:bodyPr>
          <a:lstStyle/>
          <a:p>
            <a:r>
              <a:rPr lang="en-US" b="1" u="sng" dirty="0"/>
              <a:t>Applications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7AC3683-FC5E-96B7-5F46-A21C4CA8E8C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91079" y="2883005"/>
            <a:ext cx="4398756" cy="3260398"/>
          </a:xfrm>
        </p:spPr>
        <p:txBody>
          <a:bodyPr vert="horz" lIns="91440" tIns="45720" rIns="91440" bIns="45720" rtlCol="0">
            <a:normAutofit/>
          </a:bodyPr>
          <a:lstStyle/>
          <a:p>
            <a:r>
              <a:rPr lang="en-US" dirty="0"/>
              <a:t>Roofs</a:t>
            </a:r>
          </a:p>
          <a:p>
            <a:pPr>
              <a:buClr>
                <a:srgbClr val="8D87A6"/>
              </a:buClr>
            </a:pPr>
            <a:r>
              <a:rPr lang="en-US" dirty="0"/>
              <a:t>Basements</a:t>
            </a:r>
          </a:p>
          <a:p>
            <a:pPr>
              <a:buClr>
                <a:srgbClr val="8D87A6"/>
              </a:buClr>
            </a:pPr>
            <a:r>
              <a:rPr lang="en-US" dirty="0"/>
              <a:t>Marine Structures</a:t>
            </a:r>
          </a:p>
          <a:p>
            <a:pPr>
              <a:buClr>
                <a:srgbClr val="8D87A6"/>
              </a:buClr>
            </a:pPr>
            <a:r>
              <a:rPr lang="en-US" dirty="0"/>
              <a:t>Pavements</a:t>
            </a:r>
          </a:p>
        </p:txBody>
      </p:sp>
      <p:pic>
        <p:nvPicPr>
          <p:cNvPr id="4" name="Picture 3" descr="A wet sidewalk with grass and trees in the background&#10;&#10;Description automatically generated">
            <a:extLst>
              <a:ext uri="{FF2B5EF4-FFF2-40B4-BE49-F238E27FC236}">
                <a16:creationId xmlns:a16="http://schemas.microsoft.com/office/drawing/2014/main" id="{52906EC4-C8AB-8F36-9503-E97B9738282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17364" y="217387"/>
            <a:ext cx="1927941" cy="3436296"/>
          </a:xfrm>
          <a:prstGeom prst="rect">
            <a:avLst/>
          </a:prstGeom>
        </p:spPr>
      </p:pic>
      <p:pic>
        <p:nvPicPr>
          <p:cNvPr id="5" name="Picture 4" descr="Water droplets on a concrete surface&#10;&#10;Description automatically generated">
            <a:extLst>
              <a:ext uri="{FF2B5EF4-FFF2-40B4-BE49-F238E27FC236}">
                <a16:creationId xmlns:a16="http://schemas.microsoft.com/office/drawing/2014/main" id="{3603F68B-6317-841C-73F6-997AFC9B5987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-230" t="-103" r="341" b="25226"/>
          <a:stretch/>
        </p:blipFill>
        <p:spPr>
          <a:xfrm>
            <a:off x="6363582" y="3985718"/>
            <a:ext cx="5822594" cy="25626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0458666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1" name="Rectangle 80">
            <a:extLst>
              <a:ext uri="{FF2B5EF4-FFF2-40B4-BE49-F238E27FC236}">
                <a16:creationId xmlns:a16="http://schemas.microsoft.com/office/drawing/2014/main" id="{1C582B07-D0F0-4B6B-A5D9-D2F192CB3A4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bg1"/>
              </a:solidFill>
            </a:endParaRPr>
          </a:p>
        </p:txBody>
      </p:sp>
      <p:grpSp>
        <p:nvGrpSpPr>
          <p:cNvPr id="83" name="Group 82">
            <a:extLst>
              <a:ext uri="{FF2B5EF4-FFF2-40B4-BE49-F238E27FC236}">
                <a16:creationId xmlns:a16="http://schemas.microsoft.com/office/drawing/2014/main" id="{67CE0AF2-326F-4B0F-B97A-2C14B3CE193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6214" y="-1"/>
            <a:ext cx="12214827" cy="6858000"/>
            <a:chOff x="-6214" y="-1"/>
            <a:chExt cx="12214827" cy="6858000"/>
          </a:xfrm>
        </p:grpSpPr>
        <p:cxnSp>
          <p:nvCxnSpPr>
            <p:cNvPr id="84" name="Straight Connector 83">
              <a:extLst>
                <a:ext uri="{FF2B5EF4-FFF2-40B4-BE49-F238E27FC236}">
                  <a16:creationId xmlns:a16="http://schemas.microsoft.com/office/drawing/2014/main" id="{4E8B05B5-D3AB-4AAC-B97A-7D65FF85F8D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-6214" y="6686283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5" name="Straight Connector 84">
              <a:extLst>
                <a:ext uri="{FF2B5EF4-FFF2-40B4-BE49-F238E27FC236}">
                  <a16:creationId xmlns:a16="http://schemas.microsoft.com/office/drawing/2014/main" id="{2647EC12-BFF1-4F97-8364-51C4DF81213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6" name="Straight Connector 85">
              <a:extLst>
                <a:ext uri="{FF2B5EF4-FFF2-40B4-BE49-F238E27FC236}">
                  <a16:creationId xmlns:a16="http://schemas.microsoft.com/office/drawing/2014/main" id="{E715F011-94BA-47DC-834F-1388B34219A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99325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7" name="Straight Connector 86">
              <a:extLst>
                <a:ext uri="{FF2B5EF4-FFF2-40B4-BE49-F238E27FC236}">
                  <a16:creationId xmlns:a16="http://schemas.microsoft.com/office/drawing/2014/main" id="{2506A0AD-93DC-442E-9F60-B30CEAF7DD5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9252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8" name="Straight Connector 87">
              <a:extLst>
                <a:ext uri="{FF2B5EF4-FFF2-40B4-BE49-F238E27FC236}">
                  <a16:creationId xmlns:a16="http://schemas.microsoft.com/office/drawing/2014/main" id="{FED3C365-CE85-4FAC-B746-E04C9F92AF0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75922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9" name="Straight Connector 88">
              <a:extLst>
                <a:ext uri="{FF2B5EF4-FFF2-40B4-BE49-F238E27FC236}">
                  <a16:creationId xmlns:a16="http://schemas.microsoft.com/office/drawing/2014/main" id="{178454BD-0545-4C56-BD44-0FD16077F2C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2159316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0" name="Straight Connector 89">
              <a:extLst>
                <a:ext uri="{FF2B5EF4-FFF2-40B4-BE49-F238E27FC236}">
                  <a16:creationId xmlns:a16="http://schemas.microsoft.com/office/drawing/2014/main" id="{5B2AB6B5-F9FA-46C4-9677-F28F2A3BC9F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3142710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1" name="Straight Connector 90">
              <a:extLst>
                <a:ext uri="{FF2B5EF4-FFF2-40B4-BE49-F238E27FC236}">
                  <a16:creationId xmlns:a16="http://schemas.microsoft.com/office/drawing/2014/main" id="{0A888551-D4D1-46F5-975D-320FB87DBCE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4126104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2" name="Straight Connector 91">
              <a:extLst>
                <a:ext uri="{FF2B5EF4-FFF2-40B4-BE49-F238E27FC236}">
                  <a16:creationId xmlns:a16="http://schemas.microsoft.com/office/drawing/2014/main" id="{567C48A2-7C70-4832-8EA1-F4690A5F6BA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510949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3" name="Straight Connector 92">
              <a:extLst>
                <a:ext uri="{FF2B5EF4-FFF2-40B4-BE49-F238E27FC236}">
                  <a16:creationId xmlns:a16="http://schemas.microsoft.com/office/drawing/2014/main" id="{C6B11DE8-28CF-46C2-AB13-7AE20980154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6092892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4" name="Straight Connector 93">
              <a:extLst>
                <a:ext uri="{FF2B5EF4-FFF2-40B4-BE49-F238E27FC236}">
                  <a16:creationId xmlns:a16="http://schemas.microsoft.com/office/drawing/2014/main" id="{40395973-46DA-4BF6-B9C1-F0B4512DEB0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76286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5" name="Straight Connector 94">
              <a:extLst>
                <a:ext uri="{FF2B5EF4-FFF2-40B4-BE49-F238E27FC236}">
                  <a16:creationId xmlns:a16="http://schemas.microsoft.com/office/drawing/2014/main" id="{0CCFEEC4-7A30-4BB7-91CE-1BBA13833D5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8059680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6" name="Straight Connector 95">
              <a:extLst>
                <a:ext uri="{FF2B5EF4-FFF2-40B4-BE49-F238E27FC236}">
                  <a16:creationId xmlns:a16="http://schemas.microsoft.com/office/drawing/2014/main" id="{08A0F616-0997-42B0-83B2-BDF6BB35011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9043074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7" name="Straight Connector 96">
              <a:extLst>
                <a:ext uri="{FF2B5EF4-FFF2-40B4-BE49-F238E27FC236}">
                  <a16:creationId xmlns:a16="http://schemas.microsoft.com/office/drawing/2014/main" id="{444B0F3E-07AE-40F2-ACA8-84BBAEE5B92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002646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8" name="Straight Connector 97">
              <a:extLst>
                <a:ext uri="{FF2B5EF4-FFF2-40B4-BE49-F238E27FC236}">
                  <a16:creationId xmlns:a16="http://schemas.microsoft.com/office/drawing/2014/main" id="{1A948B5D-3085-4444-95B3-2ED3F19C169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009862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9" name="Straight Connector 98">
              <a:extLst>
                <a:ext uri="{FF2B5EF4-FFF2-40B4-BE49-F238E27FC236}">
                  <a16:creationId xmlns:a16="http://schemas.microsoft.com/office/drawing/2014/main" id="{15B0FDF0-2286-4AD5-8409-EC8B706C508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2185786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0" name="Straight Connector 99">
              <a:extLst>
                <a:ext uri="{FF2B5EF4-FFF2-40B4-BE49-F238E27FC236}">
                  <a16:creationId xmlns:a16="http://schemas.microsoft.com/office/drawing/2014/main" id="{0B8842C3-3266-4C74-A6BF-5529C9CC25A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171716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1" name="Straight Connector 100">
              <a:extLst>
                <a:ext uri="{FF2B5EF4-FFF2-40B4-BE49-F238E27FC236}">
                  <a16:creationId xmlns:a16="http://schemas.microsoft.com/office/drawing/2014/main" id="{E920E458-6F68-46DF-9407-9E6AD8CE210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714597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2" name="Straight Connector 101">
              <a:extLst>
                <a:ext uri="{FF2B5EF4-FFF2-40B4-BE49-F238E27FC236}">
                  <a16:creationId xmlns:a16="http://schemas.microsoft.com/office/drawing/2014/main" id="{10CB4A57-7F7E-426D-93B5-984A8F8BC64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1257478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3" name="Straight Connector 102">
              <a:extLst>
                <a:ext uri="{FF2B5EF4-FFF2-40B4-BE49-F238E27FC236}">
                  <a16:creationId xmlns:a16="http://schemas.microsoft.com/office/drawing/2014/main" id="{CC038EA1-A5C8-4528-9DEC-35C3970C22F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1800359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4" name="Straight Connector 103">
              <a:extLst>
                <a:ext uri="{FF2B5EF4-FFF2-40B4-BE49-F238E27FC236}">
                  <a16:creationId xmlns:a16="http://schemas.microsoft.com/office/drawing/2014/main" id="{3CC18C7B-5800-46CC-B5DF-8B8D91A1B3B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2343240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5" name="Straight Connector 104">
              <a:extLst>
                <a:ext uri="{FF2B5EF4-FFF2-40B4-BE49-F238E27FC236}">
                  <a16:creationId xmlns:a16="http://schemas.microsoft.com/office/drawing/2014/main" id="{27AFBA18-1DE7-4213-9CF2-DAA4886EA9F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2886121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6" name="Straight Connector 105">
              <a:extLst>
                <a:ext uri="{FF2B5EF4-FFF2-40B4-BE49-F238E27FC236}">
                  <a16:creationId xmlns:a16="http://schemas.microsoft.com/office/drawing/2014/main" id="{E209AD18-3DFF-4A2A-BA06-5B62BC9F303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3429002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7" name="Straight Connector 106">
              <a:extLst>
                <a:ext uri="{FF2B5EF4-FFF2-40B4-BE49-F238E27FC236}">
                  <a16:creationId xmlns:a16="http://schemas.microsoft.com/office/drawing/2014/main" id="{CC9349A2-4AE5-4765-852E-EDD390D0ED4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3971883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8" name="Straight Connector 107">
              <a:extLst>
                <a:ext uri="{FF2B5EF4-FFF2-40B4-BE49-F238E27FC236}">
                  <a16:creationId xmlns:a16="http://schemas.microsoft.com/office/drawing/2014/main" id="{8F551698-2DD2-4F8E-ABB8-0CBAE048C37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4514764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9" name="Straight Connector 108">
              <a:extLst>
                <a:ext uri="{FF2B5EF4-FFF2-40B4-BE49-F238E27FC236}">
                  <a16:creationId xmlns:a16="http://schemas.microsoft.com/office/drawing/2014/main" id="{93D68F4A-8464-4C0E-8E8F-218BA86E10F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5057645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0" name="Straight Connector 109">
              <a:extLst>
                <a:ext uri="{FF2B5EF4-FFF2-40B4-BE49-F238E27FC236}">
                  <a16:creationId xmlns:a16="http://schemas.microsoft.com/office/drawing/2014/main" id="{31142AB3-3DD8-414B-8BB3-2E30DBD759F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5600526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1" name="Straight Connector 110">
              <a:extLst>
                <a:ext uri="{FF2B5EF4-FFF2-40B4-BE49-F238E27FC236}">
                  <a16:creationId xmlns:a16="http://schemas.microsoft.com/office/drawing/2014/main" id="{5D796E03-EB21-459D-96EA-B0EE0109B7F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6857999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2" name="Straight Connector 111">
              <a:extLst>
                <a:ext uri="{FF2B5EF4-FFF2-40B4-BE49-F238E27FC236}">
                  <a16:creationId xmlns:a16="http://schemas.microsoft.com/office/drawing/2014/main" id="{32F4A84E-E201-47CA-85A4-25A9D766239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6613" y="6143407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3" name="Straight Connector 112">
              <a:extLst>
                <a:ext uri="{FF2B5EF4-FFF2-40B4-BE49-F238E27FC236}">
                  <a16:creationId xmlns:a16="http://schemas.microsoft.com/office/drawing/2014/main" id="{0C03A65C-C198-4FD0-8FF6-BBF0C3AA8D3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684225" y="171716"/>
              <a:ext cx="0" cy="6511464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4" name="Straight Connector 113">
              <a:extLst>
                <a:ext uri="{FF2B5EF4-FFF2-40B4-BE49-F238E27FC236}">
                  <a16:creationId xmlns:a16="http://schemas.microsoft.com/office/drawing/2014/main" id="{32344B27-CEB6-40F4-A75F-54415ACD542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508412" y="173267"/>
              <a:ext cx="0" cy="6511464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 useBgFill="1">
        <p:nvSpPr>
          <p:cNvPr id="116" name="Freeform: Shape 115">
            <a:extLst>
              <a:ext uri="{FF2B5EF4-FFF2-40B4-BE49-F238E27FC236}">
                <a16:creationId xmlns:a16="http://schemas.microsoft.com/office/drawing/2014/main" id="{FD965435-B881-4C53-9917-5CDFE768820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9379" y="2882524"/>
            <a:ext cx="12184765" cy="3975477"/>
          </a:xfrm>
          <a:custGeom>
            <a:avLst/>
            <a:gdLst>
              <a:gd name="connsiteX0" fmla="*/ 8942254 w 12188952"/>
              <a:gd name="connsiteY0" fmla="*/ 34 h 3975477"/>
              <a:gd name="connsiteX1" fmla="*/ 11642906 w 12188952"/>
              <a:gd name="connsiteY1" fmla="*/ 225257 h 3975477"/>
              <a:gd name="connsiteX2" fmla="*/ 12188952 w 12188952"/>
              <a:gd name="connsiteY2" fmla="*/ 311174 h 3975477"/>
              <a:gd name="connsiteX3" fmla="*/ 12188952 w 12188952"/>
              <a:gd name="connsiteY3" fmla="*/ 3975477 h 3975477"/>
              <a:gd name="connsiteX4" fmla="*/ 0 w 12188952"/>
              <a:gd name="connsiteY4" fmla="*/ 3975477 h 3975477"/>
              <a:gd name="connsiteX5" fmla="*/ 0 w 12188952"/>
              <a:gd name="connsiteY5" fmla="*/ 1085061 h 3975477"/>
              <a:gd name="connsiteX6" fmla="*/ 552141 w 12188952"/>
              <a:gd name="connsiteY6" fmla="*/ 1079980 h 3975477"/>
              <a:gd name="connsiteX7" fmla="*/ 8942254 w 12188952"/>
              <a:gd name="connsiteY7" fmla="*/ 34 h 397547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2188952" h="3975477">
                <a:moveTo>
                  <a:pt x="8942254" y="34"/>
                </a:moveTo>
                <a:cubicBezTo>
                  <a:pt x="9695041" y="1709"/>
                  <a:pt x="10568453" y="66687"/>
                  <a:pt x="11642906" y="225257"/>
                </a:cubicBezTo>
                <a:lnTo>
                  <a:pt x="12188952" y="311174"/>
                </a:lnTo>
                <a:lnTo>
                  <a:pt x="12188952" y="3975477"/>
                </a:lnTo>
                <a:lnTo>
                  <a:pt x="0" y="3975477"/>
                </a:lnTo>
                <a:lnTo>
                  <a:pt x="0" y="1085061"/>
                </a:lnTo>
                <a:lnTo>
                  <a:pt x="552141" y="1079980"/>
                </a:lnTo>
                <a:cubicBezTo>
                  <a:pt x="4849952" y="999477"/>
                  <a:pt x="5931106" y="-6667"/>
                  <a:pt x="8942254" y="34"/>
                </a:cubicBezTo>
                <a:close/>
              </a:path>
            </a:pathLst>
          </a:custGeom>
          <a:solidFill>
            <a:srgbClr val="BCBCBC">
              <a:alpha val="3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118" name="Right Triangle 117">
            <a:extLst>
              <a:ext uri="{FF2B5EF4-FFF2-40B4-BE49-F238E27FC236}">
                <a16:creationId xmlns:a16="http://schemas.microsoft.com/office/drawing/2014/main" id="{72D91726-E656-4E99-9757-0A6650CB02F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3500000">
            <a:off x="-281092" y="1517040"/>
            <a:ext cx="568289" cy="568289"/>
          </a:xfrm>
          <a:prstGeom prst="rtTriangle">
            <a:avLst/>
          </a:prstGeom>
          <a:solidFill>
            <a:schemeClr val="accent1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FC4AE63-07C7-A7FD-00AD-3A269196B9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3587" y="2697"/>
            <a:ext cx="4418418" cy="1918215"/>
          </a:xfrm>
        </p:spPr>
        <p:txBody>
          <a:bodyPr anchor="ctr">
            <a:normAutofit/>
          </a:bodyPr>
          <a:lstStyle/>
          <a:p>
            <a:r>
              <a:rPr lang="en-US" b="1" u="sng" dirty="0"/>
              <a:t>Testing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48446D2-7BE9-9B64-673C-86C3D19BA79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08675" y="1242418"/>
            <a:ext cx="5696415" cy="1918215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2400" dirty="0"/>
              <a:t>Compressive Strength(M30 Grade)</a:t>
            </a:r>
            <a:endParaRPr lang="en-US" dirty="0"/>
          </a:p>
          <a:p>
            <a:pPr>
              <a:buClr>
                <a:srgbClr val="8D87A6"/>
              </a:buClr>
            </a:pPr>
            <a:r>
              <a:rPr lang="en-US" sz="2400" dirty="0"/>
              <a:t>IS Code Reference- IS 456(2000)</a:t>
            </a:r>
          </a:p>
          <a:p>
            <a:pPr>
              <a:buClr>
                <a:srgbClr val="8D87A6"/>
              </a:buClr>
            </a:pPr>
            <a:endParaRPr lang="en-US" sz="2400" dirty="0"/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551D9564-C94C-2745-D61D-FF60B26D85C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73327874"/>
              </p:ext>
            </p:extLst>
          </p:nvPr>
        </p:nvGraphicFramePr>
        <p:xfrm>
          <a:off x="864817" y="2883005"/>
          <a:ext cx="9994136" cy="3260400"/>
        </p:xfrm>
        <a:graphic>
          <a:graphicData uri="http://schemas.openxmlformats.org/drawingml/2006/table">
            <a:tbl>
              <a:tblPr bandRow="1">
                <a:solidFill>
                  <a:schemeClr val="bg1"/>
                </a:solidFill>
                <a:tableStyleId>{5C22544A-7EE6-4342-B048-85BDC9FD1C3A}</a:tableStyleId>
              </a:tblPr>
              <a:tblGrid>
                <a:gridCol w="3051918">
                  <a:extLst>
                    <a:ext uri="{9D8B030D-6E8A-4147-A177-3AD203B41FA5}">
                      <a16:colId xmlns:a16="http://schemas.microsoft.com/office/drawing/2014/main" val="2406026860"/>
                    </a:ext>
                  </a:extLst>
                </a:gridCol>
                <a:gridCol w="3388339">
                  <a:extLst>
                    <a:ext uri="{9D8B030D-6E8A-4147-A177-3AD203B41FA5}">
                      <a16:colId xmlns:a16="http://schemas.microsoft.com/office/drawing/2014/main" val="3027985811"/>
                    </a:ext>
                  </a:extLst>
                </a:gridCol>
                <a:gridCol w="3553879">
                  <a:extLst>
                    <a:ext uri="{9D8B030D-6E8A-4147-A177-3AD203B41FA5}">
                      <a16:colId xmlns:a16="http://schemas.microsoft.com/office/drawing/2014/main" val="1573738952"/>
                    </a:ext>
                  </a:extLst>
                </a:gridCol>
              </a:tblGrid>
              <a:tr h="1086800">
                <a:tc>
                  <a:txBody>
                    <a:bodyPr/>
                    <a:lstStyle/>
                    <a:p>
                      <a:r>
                        <a:rPr lang="en-US" sz="2400" b="1" cap="none" spc="0">
                          <a:solidFill>
                            <a:schemeClr val="tx1"/>
                          </a:solidFill>
                        </a:rPr>
                        <a:t>Type of Concrete</a:t>
                      </a:r>
                      <a:endParaRPr lang="en-US" sz="2400" cap="none" spc="0">
                        <a:solidFill>
                          <a:schemeClr val="tx1"/>
                        </a:solidFill>
                      </a:endParaRPr>
                    </a:p>
                  </a:txBody>
                  <a:tcPr marL="199930" marR="221495" marT="153792" marB="153792" anchor="ctr">
                    <a:lnL w="19050" cap="flat" cmpd="sng" algn="ctr">
                      <a:solidFill>
                        <a:schemeClr val="tx1"/>
                      </a:solidFill>
                      <a:prstDash val="soli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2400" b="1" cap="none" spc="0">
                          <a:solidFill>
                            <a:schemeClr val="tx1"/>
                          </a:solidFill>
                        </a:rPr>
                        <a:t>7-Day Compressive Strength</a:t>
                      </a:r>
                      <a:endParaRPr lang="en-US" sz="2400" cap="none" spc="0">
                        <a:solidFill>
                          <a:schemeClr val="tx1"/>
                        </a:solidFill>
                      </a:endParaRPr>
                    </a:p>
                  </a:txBody>
                  <a:tcPr marL="199930" marR="221495" marT="153792" marB="153792" anchor="ctr">
                    <a:lnL w="19050" cap="flat" cmpd="sng" algn="ctr">
                      <a:solidFill>
                        <a:schemeClr val="tx1"/>
                      </a:solidFill>
                      <a:prstDash val="soli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2400" b="1" cap="none" spc="0">
                          <a:solidFill>
                            <a:schemeClr val="tx1"/>
                          </a:solidFill>
                        </a:rPr>
                        <a:t>28-Day Compressive Strength</a:t>
                      </a:r>
                      <a:endParaRPr lang="en-US" sz="2400" cap="none" spc="0">
                        <a:solidFill>
                          <a:schemeClr val="tx1"/>
                        </a:solidFill>
                      </a:endParaRPr>
                    </a:p>
                  </a:txBody>
                  <a:tcPr marL="199930" marR="221495" marT="153792" marB="153792" anchor="ctr">
                    <a:lnL w="19050" cap="flat" cmpd="sng" algn="ctr">
                      <a:solidFill>
                        <a:schemeClr val="tx1"/>
                      </a:solidFill>
                      <a:prstDash val="soli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12162906"/>
                  </a:ext>
                </a:extLst>
              </a:tr>
              <a:tr h="1086800">
                <a:tc>
                  <a:txBody>
                    <a:bodyPr/>
                    <a:lstStyle/>
                    <a:p>
                      <a:r>
                        <a:rPr lang="en-US" sz="2400" cap="none" spc="0">
                          <a:solidFill>
                            <a:schemeClr val="tx1"/>
                          </a:solidFill>
                        </a:rPr>
                        <a:t>Ordinary Portland Cement</a:t>
                      </a:r>
                    </a:p>
                  </a:txBody>
                  <a:tcPr marL="199930" marR="221495" marT="153792" marB="153792" anchor="ctr">
                    <a:lnL w="19050" cap="flat" cmpd="sng" algn="ctr">
                      <a:solidFill>
                        <a:schemeClr val="tx1"/>
                      </a:solidFill>
                      <a:prstDash val="soli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400" cap="none" spc="0">
                          <a:solidFill>
                            <a:schemeClr val="tx1"/>
                          </a:solidFill>
                        </a:rPr>
                        <a:t>38.5 MPa</a:t>
                      </a:r>
                    </a:p>
                  </a:txBody>
                  <a:tcPr marL="199930" marR="221495" marT="153792" marB="153792" anchor="ctr">
                    <a:lnL w="19050" cap="flat" cmpd="sng" algn="ctr">
                      <a:solidFill>
                        <a:schemeClr val="tx1"/>
                      </a:solidFill>
                      <a:prstDash val="soli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400" cap="none" spc="0">
                          <a:solidFill>
                            <a:schemeClr val="tx1"/>
                          </a:solidFill>
                        </a:rPr>
                        <a:t>54.8 MPa</a:t>
                      </a:r>
                    </a:p>
                  </a:txBody>
                  <a:tcPr marL="199930" marR="221495" marT="153792" marB="153792" anchor="ctr">
                    <a:lnL w="19050" cap="flat" cmpd="sng" algn="ctr">
                      <a:solidFill>
                        <a:schemeClr val="tx1"/>
                      </a:solidFill>
                      <a:prstDash val="solid"/>
                    </a:lnL>
                    <a:lnR w="12700" cmpd="sng">
                      <a:noFill/>
                      <a:prstDash val="soli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21756163"/>
                  </a:ext>
                </a:extLst>
              </a:tr>
              <a:tr h="1086800">
                <a:tc>
                  <a:txBody>
                    <a:bodyPr/>
                    <a:lstStyle/>
                    <a:p>
                      <a:r>
                        <a:rPr lang="en-US" sz="2400" cap="none" spc="0">
                          <a:solidFill>
                            <a:schemeClr val="tx1"/>
                          </a:solidFill>
                        </a:rPr>
                        <a:t>Hydrophobic Concrete</a:t>
                      </a:r>
                    </a:p>
                  </a:txBody>
                  <a:tcPr marL="199930" marR="221495" marT="153792" marB="153792" anchor="ctr">
                    <a:lnL w="19050" cap="flat" cmpd="sng" algn="ctr">
                      <a:solidFill>
                        <a:schemeClr val="tx1"/>
                      </a:solidFill>
                      <a:prstDash val="soli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</a:lnR>
                    <a:lnT w="12700" cmpd="sng">
                      <a:noFill/>
                      <a:prstDash val="soli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2400" cap="none" spc="0">
                          <a:solidFill>
                            <a:schemeClr val="tx1"/>
                          </a:solidFill>
                        </a:rPr>
                        <a:t>35.2 MPa</a:t>
                      </a:r>
                    </a:p>
                  </a:txBody>
                  <a:tcPr marL="199930" marR="221495" marT="153792" marB="153792" anchor="ctr">
                    <a:lnL w="19050" cap="flat" cmpd="sng" algn="ctr">
                      <a:solidFill>
                        <a:schemeClr val="tx1"/>
                      </a:solidFill>
                      <a:prstDash val="soli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</a:lnR>
                    <a:lnT w="12700" cmpd="sng">
                      <a:noFill/>
                      <a:prstDash val="soli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2400" cap="none" spc="0">
                          <a:solidFill>
                            <a:schemeClr val="tx1"/>
                          </a:solidFill>
                        </a:rPr>
                        <a:t>52.1 MPa</a:t>
                      </a:r>
                    </a:p>
                  </a:txBody>
                  <a:tcPr marL="199930" marR="221495" marT="153792" marB="153792" anchor="ctr">
                    <a:lnL w="19050" cap="flat" cmpd="sng" algn="ctr">
                      <a:solidFill>
                        <a:schemeClr val="tx1"/>
                      </a:solidFill>
                      <a:prstDash val="soli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</a:lnR>
                    <a:lnT w="12700" cmpd="sng">
                      <a:noFill/>
                      <a:prstDash val="soli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5598610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50696889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1C582B07-D0F0-4B6B-A5D9-D2F192CB3A4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bg1"/>
              </a:solidFill>
            </a:endParaRPr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67CE0AF2-326F-4B0F-B97A-2C14B3CE193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6214" y="-1"/>
            <a:ext cx="12214827" cy="6858000"/>
            <a:chOff x="-6214" y="-1"/>
            <a:chExt cx="12214827" cy="6858000"/>
          </a:xfrm>
        </p:grpSpPr>
        <p:cxnSp>
          <p:nvCxnSpPr>
            <p:cNvPr id="13" name="Straight Connector 12">
              <a:extLst>
                <a:ext uri="{FF2B5EF4-FFF2-40B4-BE49-F238E27FC236}">
                  <a16:creationId xmlns:a16="http://schemas.microsoft.com/office/drawing/2014/main" id="{4E8B05B5-D3AB-4AAC-B97A-7D65FF85F8D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-6214" y="6686283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Connector 13">
              <a:extLst>
                <a:ext uri="{FF2B5EF4-FFF2-40B4-BE49-F238E27FC236}">
                  <a16:creationId xmlns:a16="http://schemas.microsoft.com/office/drawing/2014/main" id="{2647EC12-BFF1-4F97-8364-51C4DF81213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E715F011-94BA-47DC-834F-1388B34219A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99325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>
              <a:extLst>
                <a:ext uri="{FF2B5EF4-FFF2-40B4-BE49-F238E27FC236}">
                  <a16:creationId xmlns:a16="http://schemas.microsoft.com/office/drawing/2014/main" id="{2506A0AD-93DC-442E-9F60-B30CEAF7DD5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9252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Connector 16">
              <a:extLst>
                <a:ext uri="{FF2B5EF4-FFF2-40B4-BE49-F238E27FC236}">
                  <a16:creationId xmlns:a16="http://schemas.microsoft.com/office/drawing/2014/main" id="{FED3C365-CE85-4FAC-B746-E04C9F92AF0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75922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>
              <a:extLst>
                <a:ext uri="{FF2B5EF4-FFF2-40B4-BE49-F238E27FC236}">
                  <a16:creationId xmlns:a16="http://schemas.microsoft.com/office/drawing/2014/main" id="{178454BD-0545-4C56-BD44-0FD16077F2C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2159316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>
              <a:extLst>
                <a:ext uri="{FF2B5EF4-FFF2-40B4-BE49-F238E27FC236}">
                  <a16:creationId xmlns:a16="http://schemas.microsoft.com/office/drawing/2014/main" id="{5B2AB6B5-F9FA-46C4-9677-F28F2A3BC9F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3142710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>
              <a:extLst>
                <a:ext uri="{FF2B5EF4-FFF2-40B4-BE49-F238E27FC236}">
                  <a16:creationId xmlns:a16="http://schemas.microsoft.com/office/drawing/2014/main" id="{0A888551-D4D1-46F5-975D-320FB87DBCE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4126104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>
              <a:extLst>
                <a:ext uri="{FF2B5EF4-FFF2-40B4-BE49-F238E27FC236}">
                  <a16:creationId xmlns:a16="http://schemas.microsoft.com/office/drawing/2014/main" id="{567C48A2-7C70-4832-8EA1-F4690A5F6BA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510949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Connector 21">
              <a:extLst>
                <a:ext uri="{FF2B5EF4-FFF2-40B4-BE49-F238E27FC236}">
                  <a16:creationId xmlns:a16="http://schemas.microsoft.com/office/drawing/2014/main" id="{C6B11DE8-28CF-46C2-AB13-7AE20980154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6092892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Connector 22">
              <a:extLst>
                <a:ext uri="{FF2B5EF4-FFF2-40B4-BE49-F238E27FC236}">
                  <a16:creationId xmlns:a16="http://schemas.microsoft.com/office/drawing/2014/main" id="{40395973-46DA-4BF6-B9C1-F0B4512DEB0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76286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Straight Connector 23">
              <a:extLst>
                <a:ext uri="{FF2B5EF4-FFF2-40B4-BE49-F238E27FC236}">
                  <a16:creationId xmlns:a16="http://schemas.microsoft.com/office/drawing/2014/main" id="{0CCFEEC4-7A30-4BB7-91CE-1BBA13833D5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8059680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Straight Connector 24">
              <a:extLst>
                <a:ext uri="{FF2B5EF4-FFF2-40B4-BE49-F238E27FC236}">
                  <a16:creationId xmlns:a16="http://schemas.microsoft.com/office/drawing/2014/main" id="{08A0F616-0997-42B0-83B2-BDF6BB35011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9043074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Straight Connector 25">
              <a:extLst>
                <a:ext uri="{FF2B5EF4-FFF2-40B4-BE49-F238E27FC236}">
                  <a16:creationId xmlns:a16="http://schemas.microsoft.com/office/drawing/2014/main" id="{444B0F3E-07AE-40F2-ACA8-84BBAEE5B92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002646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Straight Connector 26">
              <a:extLst>
                <a:ext uri="{FF2B5EF4-FFF2-40B4-BE49-F238E27FC236}">
                  <a16:creationId xmlns:a16="http://schemas.microsoft.com/office/drawing/2014/main" id="{1A948B5D-3085-4444-95B3-2ED3F19C169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009862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Straight Connector 27">
              <a:extLst>
                <a:ext uri="{FF2B5EF4-FFF2-40B4-BE49-F238E27FC236}">
                  <a16:creationId xmlns:a16="http://schemas.microsoft.com/office/drawing/2014/main" id="{15B0FDF0-2286-4AD5-8409-EC8B706C508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2185786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Straight Connector 28">
              <a:extLst>
                <a:ext uri="{FF2B5EF4-FFF2-40B4-BE49-F238E27FC236}">
                  <a16:creationId xmlns:a16="http://schemas.microsoft.com/office/drawing/2014/main" id="{0B8842C3-3266-4C74-A6BF-5529C9CC25A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171716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Straight Connector 29">
              <a:extLst>
                <a:ext uri="{FF2B5EF4-FFF2-40B4-BE49-F238E27FC236}">
                  <a16:creationId xmlns:a16="http://schemas.microsoft.com/office/drawing/2014/main" id="{E920E458-6F68-46DF-9407-9E6AD8CE210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714597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Straight Connector 30">
              <a:extLst>
                <a:ext uri="{FF2B5EF4-FFF2-40B4-BE49-F238E27FC236}">
                  <a16:creationId xmlns:a16="http://schemas.microsoft.com/office/drawing/2014/main" id="{10CB4A57-7F7E-426D-93B5-984A8F8BC64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1257478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Straight Connector 31">
              <a:extLst>
                <a:ext uri="{FF2B5EF4-FFF2-40B4-BE49-F238E27FC236}">
                  <a16:creationId xmlns:a16="http://schemas.microsoft.com/office/drawing/2014/main" id="{CC038EA1-A5C8-4528-9DEC-35C3970C22F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1800359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Straight Connector 32">
              <a:extLst>
                <a:ext uri="{FF2B5EF4-FFF2-40B4-BE49-F238E27FC236}">
                  <a16:creationId xmlns:a16="http://schemas.microsoft.com/office/drawing/2014/main" id="{3CC18C7B-5800-46CC-B5DF-8B8D91A1B3B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2343240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Straight Connector 33">
              <a:extLst>
                <a:ext uri="{FF2B5EF4-FFF2-40B4-BE49-F238E27FC236}">
                  <a16:creationId xmlns:a16="http://schemas.microsoft.com/office/drawing/2014/main" id="{27AFBA18-1DE7-4213-9CF2-DAA4886EA9F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2886121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Straight Connector 34">
              <a:extLst>
                <a:ext uri="{FF2B5EF4-FFF2-40B4-BE49-F238E27FC236}">
                  <a16:creationId xmlns:a16="http://schemas.microsoft.com/office/drawing/2014/main" id="{E209AD18-3DFF-4A2A-BA06-5B62BC9F303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3429002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Straight Connector 35">
              <a:extLst>
                <a:ext uri="{FF2B5EF4-FFF2-40B4-BE49-F238E27FC236}">
                  <a16:creationId xmlns:a16="http://schemas.microsoft.com/office/drawing/2014/main" id="{CC9349A2-4AE5-4765-852E-EDD390D0ED4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3971883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Straight Connector 36">
              <a:extLst>
                <a:ext uri="{FF2B5EF4-FFF2-40B4-BE49-F238E27FC236}">
                  <a16:creationId xmlns:a16="http://schemas.microsoft.com/office/drawing/2014/main" id="{8F551698-2DD2-4F8E-ABB8-0CBAE048C37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4514764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" name="Straight Connector 37">
              <a:extLst>
                <a:ext uri="{FF2B5EF4-FFF2-40B4-BE49-F238E27FC236}">
                  <a16:creationId xmlns:a16="http://schemas.microsoft.com/office/drawing/2014/main" id="{93D68F4A-8464-4C0E-8E8F-218BA86E10F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5057645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" name="Straight Connector 38">
              <a:extLst>
                <a:ext uri="{FF2B5EF4-FFF2-40B4-BE49-F238E27FC236}">
                  <a16:creationId xmlns:a16="http://schemas.microsoft.com/office/drawing/2014/main" id="{31142AB3-3DD8-414B-8BB3-2E30DBD759F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5600526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" name="Straight Connector 39">
              <a:extLst>
                <a:ext uri="{FF2B5EF4-FFF2-40B4-BE49-F238E27FC236}">
                  <a16:creationId xmlns:a16="http://schemas.microsoft.com/office/drawing/2014/main" id="{5D796E03-EB21-459D-96EA-B0EE0109B7F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6857999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" name="Straight Connector 40">
              <a:extLst>
                <a:ext uri="{FF2B5EF4-FFF2-40B4-BE49-F238E27FC236}">
                  <a16:creationId xmlns:a16="http://schemas.microsoft.com/office/drawing/2014/main" id="{32F4A84E-E201-47CA-85A4-25A9D766239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6613" y="6143407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" name="Straight Connector 41">
              <a:extLst>
                <a:ext uri="{FF2B5EF4-FFF2-40B4-BE49-F238E27FC236}">
                  <a16:creationId xmlns:a16="http://schemas.microsoft.com/office/drawing/2014/main" id="{0C03A65C-C198-4FD0-8FF6-BBF0C3AA8D3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684225" y="171716"/>
              <a:ext cx="0" cy="6511464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" name="Straight Connector 42">
              <a:extLst>
                <a:ext uri="{FF2B5EF4-FFF2-40B4-BE49-F238E27FC236}">
                  <a16:creationId xmlns:a16="http://schemas.microsoft.com/office/drawing/2014/main" id="{32344B27-CEB6-40F4-A75F-54415ACD542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508412" y="173267"/>
              <a:ext cx="0" cy="6511464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 useBgFill="1">
        <p:nvSpPr>
          <p:cNvPr id="45" name="Freeform: Shape 44">
            <a:extLst>
              <a:ext uri="{FF2B5EF4-FFF2-40B4-BE49-F238E27FC236}">
                <a16:creationId xmlns:a16="http://schemas.microsoft.com/office/drawing/2014/main" id="{FD965435-B881-4C53-9917-5CDFE768820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9379" y="2882524"/>
            <a:ext cx="12184765" cy="3975477"/>
          </a:xfrm>
          <a:custGeom>
            <a:avLst/>
            <a:gdLst>
              <a:gd name="connsiteX0" fmla="*/ 8942254 w 12188952"/>
              <a:gd name="connsiteY0" fmla="*/ 34 h 3975477"/>
              <a:gd name="connsiteX1" fmla="*/ 11642906 w 12188952"/>
              <a:gd name="connsiteY1" fmla="*/ 225257 h 3975477"/>
              <a:gd name="connsiteX2" fmla="*/ 12188952 w 12188952"/>
              <a:gd name="connsiteY2" fmla="*/ 311174 h 3975477"/>
              <a:gd name="connsiteX3" fmla="*/ 12188952 w 12188952"/>
              <a:gd name="connsiteY3" fmla="*/ 3975477 h 3975477"/>
              <a:gd name="connsiteX4" fmla="*/ 0 w 12188952"/>
              <a:gd name="connsiteY4" fmla="*/ 3975477 h 3975477"/>
              <a:gd name="connsiteX5" fmla="*/ 0 w 12188952"/>
              <a:gd name="connsiteY5" fmla="*/ 1085061 h 3975477"/>
              <a:gd name="connsiteX6" fmla="*/ 552141 w 12188952"/>
              <a:gd name="connsiteY6" fmla="*/ 1079980 h 3975477"/>
              <a:gd name="connsiteX7" fmla="*/ 8942254 w 12188952"/>
              <a:gd name="connsiteY7" fmla="*/ 34 h 397547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2188952" h="3975477">
                <a:moveTo>
                  <a:pt x="8942254" y="34"/>
                </a:moveTo>
                <a:cubicBezTo>
                  <a:pt x="9695041" y="1709"/>
                  <a:pt x="10568453" y="66687"/>
                  <a:pt x="11642906" y="225257"/>
                </a:cubicBezTo>
                <a:lnTo>
                  <a:pt x="12188952" y="311174"/>
                </a:lnTo>
                <a:lnTo>
                  <a:pt x="12188952" y="3975477"/>
                </a:lnTo>
                <a:lnTo>
                  <a:pt x="0" y="3975477"/>
                </a:lnTo>
                <a:lnTo>
                  <a:pt x="0" y="1085061"/>
                </a:lnTo>
                <a:lnTo>
                  <a:pt x="552141" y="1079980"/>
                </a:lnTo>
                <a:cubicBezTo>
                  <a:pt x="4849952" y="999477"/>
                  <a:pt x="5931106" y="-6667"/>
                  <a:pt x="8942254" y="34"/>
                </a:cubicBezTo>
                <a:close/>
              </a:path>
            </a:pathLst>
          </a:custGeom>
          <a:solidFill>
            <a:srgbClr val="BCBCBC">
              <a:alpha val="3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47" name="Right Triangle 46">
            <a:extLst>
              <a:ext uri="{FF2B5EF4-FFF2-40B4-BE49-F238E27FC236}">
                <a16:creationId xmlns:a16="http://schemas.microsoft.com/office/drawing/2014/main" id="{72D91726-E656-4E99-9757-0A6650CB02F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3500000">
            <a:off x="-281092" y="1517040"/>
            <a:ext cx="568289" cy="568289"/>
          </a:xfrm>
          <a:prstGeom prst="rtTriangle">
            <a:avLst/>
          </a:prstGeom>
          <a:solidFill>
            <a:schemeClr val="accent1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BD592BE-7FA7-D0E1-165E-4E1673E285F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1079" y="446551"/>
            <a:ext cx="4418418" cy="1918215"/>
          </a:xfrm>
        </p:spPr>
        <p:txBody>
          <a:bodyPr anchor="ctr">
            <a:normAutofit/>
          </a:bodyPr>
          <a:lstStyle/>
          <a:p>
            <a:r>
              <a:rPr lang="en-US" b="1" u="sng" dirty="0"/>
              <a:t>Testing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49DA2EE-EE4E-0972-D970-8406B858061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07383" y="1510050"/>
            <a:ext cx="5696415" cy="1918215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2800" dirty="0"/>
              <a:t>Water Absorption Test </a:t>
            </a:r>
          </a:p>
          <a:p>
            <a:pPr>
              <a:buClr>
                <a:srgbClr val="8D87A6"/>
              </a:buClr>
            </a:pPr>
            <a:r>
              <a:rPr lang="en-US" sz="2800" dirty="0"/>
              <a:t>Reference IS Code-1199: 1959</a:t>
            </a:r>
          </a:p>
          <a:p>
            <a:pPr>
              <a:buClr>
                <a:srgbClr val="8D87A6"/>
              </a:buClr>
            </a:pPr>
            <a:endParaRPr lang="en-US" dirty="0"/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036BFD12-0A67-56CD-D9DE-3D6AB440B2D1}"/>
              </a:ext>
            </a:extLst>
          </p:cNvPr>
          <p:cNvGraphicFramePr>
            <a:graphicFrameLocks noGrp="1"/>
          </p:cNvGraphicFramePr>
          <p:nvPr/>
        </p:nvGraphicFramePr>
        <p:xfrm>
          <a:off x="691078" y="3195441"/>
          <a:ext cx="10341615" cy="2635530"/>
        </p:xfrm>
        <a:graphic>
          <a:graphicData uri="http://schemas.openxmlformats.org/drawingml/2006/table">
            <a:tbl>
              <a:tblPr firstRow="1" bandRow="1">
                <a:tableStyleId>{8EC20E35-A176-4012-BC5E-935CFFF8708E}</a:tableStyleId>
              </a:tblPr>
              <a:tblGrid>
                <a:gridCol w="2634869">
                  <a:extLst>
                    <a:ext uri="{9D8B030D-6E8A-4147-A177-3AD203B41FA5}">
                      <a16:colId xmlns:a16="http://schemas.microsoft.com/office/drawing/2014/main" val="3384377450"/>
                    </a:ext>
                  </a:extLst>
                </a:gridCol>
                <a:gridCol w="2585404">
                  <a:extLst>
                    <a:ext uri="{9D8B030D-6E8A-4147-A177-3AD203B41FA5}">
                      <a16:colId xmlns:a16="http://schemas.microsoft.com/office/drawing/2014/main" val="1421604361"/>
                    </a:ext>
                  </a:extLst>
                </a:gridCol>
                <a:gridCol w="2585404">
                  <a:extLst>
                    <a:ext uri="{9D8B030D-6E8A-4147-A177-3AD203B41FA5}">
                      <a16:colId xmlns:a16="http://schemas.microsoft.com/office/drawing/2014/main" val="2346175072"/>
                    </a:ext>
                  </a:extLst>
                </a:gridCol>
                <a:gridCol w="2535938">
                  <a:extLst>
                    <a:ext uri="{9D8B030D-6E8A-4147-A177-3AD203B41FA5}">
                      <a16:colId xmlns:a16="http://schemas.microsoft.com/office/drawing/2014/main" val="4281465508"/>
                    </a:ext>
                  </a:extLst>
                </a:gridCol>
              </a:tblGrid>
              <a:tr h="878510">
                <a:tc>
                  <a:txBody>
                    <a:bodyPr/>
                    <a:lstStyle/>
                    <a:p>
                      <a:r>
                        <a:rPr lang="en-US" sz="2300" b="1"/>
                        <a:t>Type of Concrete</a:t>
                      </a:r>
                      <a:endParaRPr lang="en-US" sz="2300"/>
                    </a:p>
                  </a:txBody>
                  <a:tcPr marL="118717" marR="118717" marT="59359" marB="59359" anchor="ctr"/>
                </a:tc>
                <a:tc>
                  <a:txBody>
                    <a:bodyPr/>
                    <a:lstStyle/>
                    <a:p>
                      <a:r>
                        <a:rPr lang="en-US" sz="2300" b="1"/>
                        <a:t>Weight Before Submersion (g)</a:t>
                      </a:r>
                      <a:endParaRPr lang="en-US" sz="2300"/>
                    </a:p>
                  </a:txBody>
                  <a:tcPr marL="118717" marR="118717" marT="59359" marB="59359" anchor="ctr"/>
                </a:tc>
                <a:tc>
                  <a:txBody>
                    <a:bodyPr/>
                    <a:lstStyle/>
                    <a:p>
                      <a:r>
                        <a:rPr lang="en-US" sz="2300" b="1"/>
                        <a:t>Weight After Submersion (g)</a:t>
                      </a:r>
                      <a:endParaRPr lang="en-US" sz="2300"/>
                    </a:p>
                  </a:txBody>
                  <a:tcPr marL="118717" marR="118717" marT="59359" marB="59359" anchor="ctr"/>
                </a:tc>
                <a:tc>
                  <a:txBody>
                    <a:bodyPr/>
                    <a:lstStyle/>
                    <a:p>
                      <a:r>
                        <a:rPr lang="en-US" sz="2300" b="1"/>
                        <a:t>Water Absorption (%)</a:t>
                      </a:r>
                      <a:endParaRPr lang="en-US" sz="2300"/>
                    </a:p>
                  </a:txBody>
                  <a:tcPr marL="118717" marR="118717" marT="59359" marB="59359" anchor="ctr"/>
                </a:tc>
                <a:extLst>
                  <a:ext uri="{0D108BD9-81ED-4DB2-BD59-A6C34878D82A}">
                    <a16:rowId xmlns:a16="http://schemas.microsoft.com/office/drawing/2014/main" val="1833754320"/>
                  </a:ext>
                </a:extLst>
              </a:tr>
              <a:tr h="878510">
                <a:tc>
                  <a:txBody>
                    <a:bodyPr/>
                    <a:lstStyle/>
                    <a:p>
                      <a:r>
                        <a:rPr lang="en-US" sz="2300"/>
                        <a:t>Ordinary Portland Cement</a:t>
                      </a:r>
                    </a:p>
                  </a:txBody>
                  <a:tcPr marL="118717" marR="118717" marT="59359" marB="59359" anchor="ctr"/>
                </a:tc>
                <a:tc>
                  <a:txBody>
                    <a:bodyPr/>
                    <a:lstStyle/>
                    <a:p>
                      <a:r>
                        <a:rPr lang="en-US" sz="2300"/>
                        <a:t>1200</a:t>
                      </a:r>
                    </a:p>
                  </a:txBody>
                  <a:tcPr marL="118717" marR="118717" marT="59359" marB="59359" anchor="ctr"/>
                </a:tc>
                <a:tc>
                  <a:txBody>
                    <a:bodyPr/>
                    <a:lstStyle/>
                    <a:p>
                      <a:r>
                        <a:rPr lang="en-US" sz="2300"/>
                        <a:t>1248</a:t>
                      </a:r>
                    </a:p>
                  </a:txBody>
                  <a:tcPr marL="118717" marR="118717" marT="59359" marB="59359" anchor="ctr"/>
                </a:tc>
                <a:tc>
                  <a:txBody>
                    <a:bodyPr/>
                    <a:lstStyle/>
                    <a:p>
                      <a:r>
                        <a:rPr lang="en-US" sz="2300"/>
                        <a:t>4.0%</a:t>
                      </a:r>
                    </a:p>
                  </a:txBody>
                  <a:tcPr marL="118717" marR="118717" marT="59359" marB="59359" anchor="ctr"/>
                </a:tc>
                <a:extLst>
                  <a:ext uri="{0D108BD9-81ED-4DB2-BD59-A6C34878D82A}">
                    <a16:rowId xmlns:a16="http://schemas.microsoft.com/office/drawing/2014/main" val="3985674888"/>
                  </a:ext>
                </a:extLst>
              </a:tr>
              <a:tr h="878510">
                <a:tc>
                  <a:txBody>
                    <a:bodyPr/>
                    <a:lstStyle/>
                    <a:p>
                      <a:r>
                        <a:rPr lang="en-US" sz="2300"/>
                        <a:t>Hydrophobic Concrete</a:t>
                      </a:r>
                    </a:p>
                  </a:txBody>
                  <a:tcPr marL="118717" marR="118717" marT="59359" marB="59359" anchor="ctr"/>
                </a:tc>
                <a:tc>
                  <a:txBody>
                    <a:bodyPr/>
                    <a:lstStyle/>
                    <a:p>
                      <a:r>
                        <a:rPr lang="en-US" sz="2300"/>
                        <a:t>1185</a:t>
                      </a:r>
                    </a:p>
                  </a:txBody>
                  <a:tcPr marL="118717" marR="118717" marT="59359" marB="59359" anchor="ctr"/>
                </a:tc>
                <a:tc>
                  <a:txBody>
                    <a:bodyPr/>
                    <a:lstStyle/>
                    <a:p>
                      <a:r>
                        <a:rPr lang="en-US" sz="2300"/>
                        <a:t>1190</a:t>
                      </a:r>
                    </a:p>
                  </a:txBody>
                  <a:tcPr marL="118717" marR="118717" marT="59359" marB="59359" anchor="ctr"/>
                </a:tc>
                <a:tc>
                  <a:txBody>
                    <a:bodyPr/>
                    <a:lstStyle/>
                    <a:p>
                      <a:r>
                        <a:rPr lang="en-US" sz="2300"/>
                        <a:t>0.42%</a:t>
                      </a:r>
                    </a:p>
                  </a:txBody>
                  <a:tcPr marL="118717" marR="118717" marT="59359" marB="59359" anchor="ctr"/>
                </a:tc>
                <a:extLst>
                  <a:ext uri="{0D108BD9-81ED-4DB2-BD59-A6C34878D82A}">
                    <a16:rowId xmlns:a16="http://schemas.microsoft.com/office/drawing/2014/main" val="328782744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93932968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1C582B07-D0F0-4B6B-A5D9-D2F192CB3A4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1"/>
              </a:solidFill>
            </a:endParaRPr>
          </a:p>
        </p:txBody>
      </p:sp>
      <p:sp useBgFill="1">
        <p:nvSpPr>
          <p:cNvPr id="12" name="Freeform: Shape 11">
            <a:extLst>
              <a:ext uri="{FF2B5EF4-FFF2-40B4-BE49-F238E27FC236}">
                <a16:creationId xmlns:a16="http://schemas.microsoft.com/office/drawing/2014/main" id="{CFDF70F4-97B6-40D8-B1FA-9580DBD2393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V="1">
            <a:off x="5552244" y="224448"/>
            <a:ext cx="6857996" cy="6409096"/>
          </a:xfrm>
          <a:custGeom>
            <a:avLst/>
            <a:gdLst>
              <a:gd name="connsiteX0" fmla="*/ 0 w 6857996"/>
              <a:gd name="connsiteY0" fmla="*/ 2827344 h 6142577"/>
              <a:gd name="connsiteX1" fmla="*/ 0 w 6857996"/>
              <a:gd name="connsiteY1" fmla="*/ 5080510 h 6142577"/>
              <a:gd name="connsiteX2" fmla="*/ 3 w 6857996"/>
              <a:gd name="connsiteY2" fmla="*/ 5080510 h 6142577"/>
              <a:gd name="connsiteX3" fmla="*/ 3 w 6857996"/>
              <a:gd name="connsiteY3" fmla="*/ 6142577 h 6142577"/>
              <a:gd name="connsiteX4" fmla="*/ 6857996 w 6857996"/>
              <a:gd name="connsiteY4" fmla="*/ 6142577 h 6142577"/>
              <a:gd name="connsiteX5" fmla="*/ 6857996 w 6857996"/>
              <a:gd name="connsiteY5" fmla="*/ 3928749 h 6142577"/>
              <a:gd name="connsiteX6" fmla="*/ 6857996 w 6857996"/>
              <a:gd name="connsiteY6" fmla="*/ 2572597 h 6142577"/>
              <a:gd name="connsiteX7" fmla="*/ 6857996 w 6857996"/>
              <a:gd name="connsiteY7" fmla="*/ 307516 h 6142577"/>
              <a:gd name="connsiteX8" fmla="*/ 6550769 w 6857996"/>
              <a:gd name="connsiteY8" fmla="*/ 222609 h 6142577"/>
              <a:gd name="connsiteX9" fmla="*/ 5031274 w 6857996"/>
              <a:gd name="connsiteY9" fmla="*/ 33 h 6142577"/>
              <a:gd name="connsiteX10" fmla="*/ 310659 w 6857996"/>
              <a:gd name="connsiteY10" fmla="*/ 1067285 h 6142577"/>
              <a:gd name="connsiteX11" fmla="*/ 2 w 6857996"/>
              <a:gd name="connsiteY11" fmla="*/ 1072307 h 6142577"/>
              <a:gd name="connsiteX12" fmla="*/ 2 w 6857996"/>
              <a:gd name="connsiteY12" fmla="*/ 2827344 h 614257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6857996" h="6142577">
                <a:moveTo>
                  <a:pt x="0" y="2827344"/>
                </a:moveTo>
                <a:lnTo>
                  <a:pt x="0" y="5080510"/>
                </a:lnTo>
                <a:lnTo>
                  <a:pt x="3" y="5080510"/>
                </a:lnTo>
                <a:lnTo>
                  <a:pt x="3" y="6142577"/>
                </a:lnTo>
                <a:lnTo>
                  <a:pt x="6857996" y="6142577"/>
                </a:lnTo>
                <a:lnTo>
                  <a:pt x="6857996" y="3928749"/>
                </a:lnTo>
                <a:lnTo>
                  <a:pt x="6857996" y="2572597"/>
                </a:lnTo>
                <a:lnTo>
                  <a:pt x="6857996" y="307516"/>
                </a:lnTo>
                <a:lnTo>
                  <a:pt x="6550769" y="222609"/>
                </a:lnTo>
                <a:cubicBezTo>
                  <a:pt x="5946238" y="65902"/>
                  <a:pt x="5454822" y="1688"/>
                  <a:pt x="5031274" y="33"/>
                </a:cubicBezTo>
                <a:cubicBezTo>
                  <a:pt x="3337081" y="-6590"/>
                  <a:pt x="2728780" y="987729"/>
                  <a:pt x="310659" y="1067285"/>
                </a:cubicBezTo>
                <a:lnTo>
                  <a:pt x="2" y="1072307"/>
                </a:lnTo>
                <a:lnTo>
                  <a:pt x="2" y="2827344"/>
                </a:lnTo>
                <a:close/>
              </a:path>
            </a:pathLst>
          </a:custGeom>
          <a:solidFill>
            <a:srgbClr val="BCBCBC">
              <a:alpha val="3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807F70BA-21EF-4B7D-ACFF-D02E136D44B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6214" y="-1"/>
            <a:ext cx="12214827" cy="6858000"/>
            <a:chOff x="-6214" y="-1"/>
            <a:chExt cx="12214827" cy="6858000"/>
          </a:xfrm>
        </p:grpSpPr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7D487A9C-B45A-450B-B04B-02570D8F419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-6214" y="6686283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>
              <a:extLst>
                <a:ext uri="{FF2B5EF4-FFF2-40B4-BE49-F238E27FC236}">
                  <a16:creationId xmlns:a16="http://schemas.microsoft.com/office/drawing/2014/main" id="{09C56948-B944-4EAA-A601-1C3F289A7CD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Connector 16">
              <a:extLst>
                <a:ext uri="{FF2B5EF4-FFF2-40B4-BE49-F238E27FC236}">
                  <a16:creationId xmlns:a16="http://schemas.microsoft.com/office/drawing/2014/main" id="{43EFFD07-1C36-4595-9832-727669712CF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99325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>
              <a:extLst>
                <a:ext uri="{FF2B5EF4-FFF2-40B4-BE49-F238E27FC236}">
                  <a16:creationId xmlns:a16="http://schemas.microsoft.com/office/drawing/2014/main" id="{FA5917E5-3154-42BC-8308-71C3D44DB41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9252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>
              <a:extLst>
                <a:ext uri="{FF2B5EF4-FFF2-40B4-BE49-F238E27FC236}">
                  <a16:creationId xmlns:a16="http://schemas.microsoft.com/office/drawing/2014/main" id="{4B05D64D-A9ED-421A-9ABE-761977A8153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75922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>
              <a:extLst>
                <a:ext uri="{FF2B5EF4-FFF2-40B4-BE49-F238E27FC236}">
                  <a16:creationId xmlns:a16="http://schemas.microsoft.com/office/drawing/2014/main" id="{25E49393-F5BE-4823-92E3-7A624F7EAAE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2159316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>
              <a:extLst>
                <a:ext uri="{FF2B5EF4-FFF2-40B4-BE49-F238E27FC236}">
                  <a16:creationId xmlns:a16="http://schemas.microsoft.com/office/drawing/2014/main" id="{46035503-21C0-4568-B46B-90BB750327C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3142710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Connector 21">
              <a:extLst>
                <a:ext uri="{FF2B5EF4-FFF2-40B4-BE49-F238E27FC236}">
                  <a16:creationId xmlns:a16="http://schemas.microsoft.com/office/drawing/2014/main" id="{F5CACA2B-D1AF-419E-BFBF-413F69DFDB8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4126104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Connector 22">
              <a:extLst>
                <a:ext uri="{FF2B5EF4-FFF2-40B4-BE49-F238E27FC236}">
                  <a16:creationId xmlns:a16="http://schemas.microsoft.com/office/drawing/2014/main" id="{2284408D-F3CE-466F-A0C8-D27F2BCFC62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510949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Straight Connector 23">
              <a:extLst>
                <a:ext uri="{FF2B5EF4-FFF2-40B4-BE49-F238E27FC236}">
                  <a16:creationId xmlns:a16="http://schemas.microsoft.com/office/drawing/2014/main" id="{A2C5065B-1474-4D66-99DB-CFEF811C0FD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6092892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Straight Connector 24">
              <a:extLst>
                <a:ext uri="{FF2B5EF4-FFF2-40B4-BE49-F238E27FC236}">
                  <a16:creationId xmlns:a16="http://schemas.microsoft.com/office/drawing/2014/main" id="{6C6F4B51-92DC-4003-A3E7-28710D57AB9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76286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Straight Connector 25">
              <a:extLst>
                <a:ext uri="{FF2B5EF4-FFF2-40B4-BE49-F238E27FC236}">
                  <a16:creationId xmlns:a16="http://schemas.microsoft.com/office/drawing/2014/main" id="{0D5C13CE-E4FE-4F85-BC09-9C950ED7526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8059680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Straight Connector 26">
              <a:extLst>
                <a:ext uri="{FF2B5EF4-FFF2-40B4-BE49-F238E27FC236}">
                  <a16:creationId xmlns:a16="http://schemas.microsoft.com/office/drawing/2014/main" id="{851C5D97-1CDA-475E-BAC6-EE58999872A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9043074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Straight Connector 27">
              <a:extLst>
                <a:ext uri="{FF2B5EF4-FFF2-40B4-BE49-F238E27FC236}">
                  <a16:creationId xmlns:a16="http://schemas.microsoft.com/office/drawing/2014/main" id="{DB712EBA-54FF-45FE-9A4E-98C0C0EC23F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002646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Straight Connector 28">
              <a:extLst>
                <a:ext uri="{FF2B5EF4-FFF2-40B4-BE49-F238E27FC236}">
                  <a16:creationId xmlns:a16="http://schemas.microsoft.com/office/drawing/2014/main" id="{7E0AB49E-A89E-4B6C-AAAA-96E326D154A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009862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Straight Connector 29">
              <a:extLst>
                <a:ext uri="{FF2B5EF4-FFF2-40B4-BE49-F238E27FC236}">
                  <a16:creationId xmlns:a16="http://schemas.microsoft.com/office/drawing/2014/main" id="{1E63E817-E471-4A64-9EF6-FFB1FBB3481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2185786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Straight Connector 30">
              <a:extLst>
                <a:ext uri="{FF2B5EF4-FFF2-40B4-BE49-F238E27FC236}">
                  <a16:creationId xmlns:a16="http://schemas.microsoft.com/office/drawing/2014/main" id="{E4BB2927-CDAC-455A-8D26-8582DD13DDF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171716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Straight Connector 31">
              <a:extLst>
                <a:ext uri="{FF2B5EF4-FFF2-40B4-BE49-F238E27FC236}">
                  <a16:creationId xmlns:a16="http://schemas.microsoft.com/office/drawing/2014/main" id="{A8E42F79-594B-4397-8A30-281228EF993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714597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Straight Connector 32">
              <a:extLst>
                <a:ext uri="{FF2B5EF4-FFF2-40B4-BE49-F238E27FC236}">
                  <a16:creationId xmlns:a16="http://schemas.microsoft.com/office/drawing/2014/main" id="{6E578AA8-0A5F-4BAA-AAFC-8A1E07838B1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1257478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Straight Connector 33">
              <a:extLst>
                <a:ext uri="{FF2B5EF4-FFF2-40B4-BE49-F238E27FC236}">
                  <a16:creationId xmlns:a16="http://schemas.microsoft.com/office/drawing/2014/main" id="{9BA6CB24-165E-4D82-A315-18FFF8ABC6C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1800359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Straight Connector 34">
              <a:extLst>
                <a:ext uri="{FF2B5EF4-FFF2-40B4-BE49-F238E27FC236}">
                  <a16:creationId xmlns:a16="http://schemas.microsoft.com/office/drawing/2014/main" id="{6A7AFC89-7922-47E2-8920-9883AF13C2E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2343240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Straight Connector 35">
              <a:extLst>
                <a:ext uri="{FF2B5EF4-FFF2-40B4-BE49-F238E27FC236}">
                  <a16:creationId xmlns:a16="http://schemas.microsoft.com/office/drawing/2014/main" id="{82D63DEE-348A-4118-952F-DCD6FC1B6D2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2886121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Straight Connector 36">
              <a:extLst>
                <a:ext uri="{FF2B5EF4-FFF2-40B4-BE49-F238E27FC236}">
                  <a16:creationId xmlns:a16="http://schemas.microsoft.com/office/drawing/2014/main" id="{47A17409-8146-400D-A3C1-1E93FE2056D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3429002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" name="Straight Connector 37">
              <a:extLst>
                <a:ext uri="{FF2B5EF4-FFF2-40B4-BE49-F238E27FC236}">
                  <a16:creationId xmlns:a16="http://schemas.microsoft.com/office/drawing/2014/main" id="{621B7B93-01A0-4FDD-A6E1-57295778182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3971883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" name="Straight Connector 38">
              <a:extLst>
                <a:ext uri="{FF2B5EF4-FFF2-40B4-BE49-F238E27FC236}">
                  <a16:creationId xmlns:a16="http://schemas.microsoft.com/office/drawing/2014/main" id="{6D3948D1-38CD-41AC-BBE8-291A85A7035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4514764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" name="Straight Connector 39">
              <a:extLst>
                <a:ext uri="{FF2B5EF4-FFF2-40B4-BE49-F238E27FC236}">
                  <a16:creationId xmlns:a16="http://schemas.microsoft.com/office/drawing/2014/main" id="{A633F3FE-70B6-41BD-A2D7-F9A53AB38EB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5057645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" name="Straight Connector 40">
              <a:extLst>
                <a:ext uri="{FF2B5EF4-FFF2-40B4-BE49-F238E27FC236}">
                  <a16:creationId xmlns:a16="http://schemas.microsoft.com/office/drawing/2014/main" id="{09D1DD0D-9D4A-41EA-9650-F8215D949B7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5600526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" name="Straight Connector 41">
              <a:extLst>
                <a:ext uri="{FF2B5EF4-FFF2-40B4-BE49-F238E27FC236}">
                  <a16:creationId xmlns:a16="http://schemas.microsoft.com/office/drawing/2014/main" id="{8148EE7C-8DC4-4A31-A981-8F838EA8FA0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6857999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" name="Straight Connector 42">
              <a:extLst>
                <a:ext uri="{FF2B5EF4-FFF2-40B4-BE49-F238E27FC236}">
                  <a16:creationId xmlns:a16="http://schemas.microsoft.com/office/drawing/2014/main" id="{F7F7EC5C-3015-4A5E-A9E3-B53F5293D2F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6613" y="6143407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" name="Straight Connector 43">
              <a:extLst>
                <a:ext uri="{FF2B5EF4-FFF2-40B4-BE49-F238E27FC236}">
                  <a16:creationId xmlns:a16="http://schemas.microsoft.com/office/drawing/2014/main" id="{FD7AF31F-4674-411A-837A-ED991478D26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684225" y="171716"/>
              <a:ext cx="0" cy="6511464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" name="Straight Connector 44">
              <a:extLst>
                <a:ext uri="{FF2B5EF4-FFF2-40B4-BE49-F238E27FC236}">
                  <a16:creationId xmlns:a16="http://schemas.microsoft.com/office/drawing/2014/main" id="{5D3DAED2-414E-42E1-998A-6D7EF4A4D06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508412" y="173267"/>
              <a:ext cx="0" cy="6511464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47" name="Right Triangle 46">
            <a:extLst>
              <a:ext uri="{FF2B5EF4-FFF2-40B4-BE49-F238E27FC236}">
                <a16:creationId xmlns:a16="http://schemas.microsoft.com/office/drawing/2014/main" id="{9E92C66B-792F-479F-B983-F47FEE1AB56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3500000">
            <a:off x="-281094" y="1525300"/>
            <a:ext cx="568289" cy="568289"/>
          </a:xfrm>
          <a:prstGeom prst="rtTriangle">
            <a:avLst/>
          </a:prstGeom>
          <a:solidFill>
            <a:schemeClr val="accent1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2377031-7C2D-3A4B-2158-EF3F9FEF7E6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1079" y="725951"/>
            <a:ext cx="5408027" cy="1442463"/>
          </a:xfrm>
        </p:spPr>
        <p:txBody>
          <a:bodyPr>
            <a:normAutofit/>
          </a:bodyPr>
          <a:lstStyle/>
          <a:p>
            <a:r>
              <a:rPr lang="en-US" b="1" u="sng" dirty="0">
                <a:solidFill>
                  <a:schemeClr val="tx1"/>
                </a:solidFill>
              </a:rPr>
              <a:t>Conclusion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20B9590-92F5-48F1-80AC-BA8C286E5BB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91079" y="2340131"/>
            <a:ext cx="4847966" cy="3791918"/>
          </a:xfrm>
        </p:spPr>
        <p:txBody>
          <a:bodyPr vert="horz" lIns="91440" tIns="45720" rIns="91440" bIns="45720" rtlCol="0" anchor="t">
            <a:normAutofit/>
          </a:bodyPr>
          <a:lstStyle/>
          <a:p>
            <a:pPr>
              <a:buClr>
                <a:srgbClr val="8D87A6"/>
              </a:buClr>
            </a:pPr>
            <a:r>
              <a:rPr lang="en-US" sz="2400" dirty="0">
                <a:ea typeface="+mn-lt"/>
                <a:cs typeface="+mn-lt"/>
              </a:rPr>
              <a:t>In conclusion, hydrophobic concrete offers a durable, low-maintenance solution for water-sensitive structures. By refining the mix design, we successfully demonstrated its effectiveness for slanted roofing applications."</a:t>
            </a:r>
          </a:p>
          <a:p>
            <a:pPr>
              <a:buClr>
                <a:srgbClr val="8D87A6"/>
              </a:buClr>
            </a:pPr>
            <a:endParaRPr lang="en-US" sz="2400" dirty="0"/>
          </a:p>
        </p:txBody>
      </p:sp>
      <p:pic>
        <p:nvPicPr>
          <p:cNvPr id="7" name="Graphic 6" descr="Cement truck">
            <a:extLst>
              <a:ext uri="{FF2B5EF4-FFF2-40B4-BE49-F238E27FC236}">
                <a16:creationId xmlns:a16="http://schemas.microsoft.com/office/drawing/2014/main" id="{A327CC78-1FB1-19B8-BF37-62A29D3C7A1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087094" y="1231415"/>
            <a:ext cx="4401655" cy="44016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42493272"/>
      </p:ext>
    </p:extLst>
  </p:cSld>
  <p:clrMapOvr>
    <a:masterClrMapping/>
  </p:clrMapOvr>
</p:sld>
</file>

<file path=ppt/theme/theme1.xml><?xml version="1.0" encoding="utf-8"?>
<a:theme xmlns:a="http://schemas.openxmlformats.org/drawingml/2006/main" name="CosineVTI">
  <a:themeElements>
    <a:clrScheme name="Custom 133">
      <a:dk1>
        <a:sysClr val="windowText" lastClr="000000"/>
      </a:dk1>
      <a:lt1>
        <a:sysClr val="window" lastClr="FFFFFF"/>
      </a:lt1>
      <a:dk2>
        <a:srgbClr val="2A2735"/>
      </a:dk2>
      <a:lt2>
        <a:srgbClr val="EEEEEE"/>
      </a:lt2>
      <a:accent1>
        <a:srgbClr val="1EBE9B"/>
      </a:accent1>
      <a:accent2>
        <a:srgbClr val="8F99BB"/>
      </a:accent2>
      <a:accent3>
        <a:srgbClr val="FD8686"/>
      </a:accent3>
      <a:accent4>
        <a:srgbClr val="A3A3C1"/>
      </a:accent4>
      <a:accent5>
        <a:srgbClr val="7162FE"/>
      </a:accent5>
      <a:accent6>
        <a:srgbClr val="E76445"/>
      </a:accent6>
      <a:hlink>
        <a:srgbClr val="EF08F7"/>
      </a:hlink>
      <a:folHlink>
        <a:srgbClr val="8477FE"/>
      </a:folHlink>
    </a:clrScheme>
    <a:fontScheme name="Custom 50">
      <a:majorFont>
        <a:latin typeface="Grandview"/>
        <a:ea typeface=""/>
        <a:cs typeface=""/>
      </a:majorFont>
      <a:minorFont>
        <a:latin typeface="Grandview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osineVTI" id="{4F4449D5-5E9D-4D83-9E2A-939F9CF20276}" vid="{03166EA1-370F-4321-A61E-8851365B4312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0</TotalTime>
  <Words>0</Words>
  <Application>Microsoft Office PowerPoint</Application>
  <PresentationFormat>Widescreen</PresentationFormat>
  <Paragraphs>0</Paragraphs>
  <Slides>12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3" baseType="lpstr">
      <vt:lpstr>CosineVTI</vt:lpstr>
      <vt:lpstr>Hydrophobic Concrete</vt:lpstr>
      <vt:lpstr>CONTENTS</vt:lpstr>
      <vt:lpstr>What is Hydrophobic Concrete and its Relevance</vt:lpstr>
      <vt:lpstr>Designing of the Hydrophobic Concrete</vt:lpstr>
      <vt:lpstr>Increase in Cost by using Oleic Acid For M30 Grade Concrete(1m^3)</vt:lpstr>
      <vt:lpstr>Calculation for Hydrophobic Concrete(1m^3)</vt:lpstr>
      <vt:lpstr>Preparation</vt:lpstr>
      <vt:lpstr>Curing</vt:lpstr>
      <vt:lpstr>Applications</vt:lpstr>
      <vt:lpstr>Testing</vt:lpstr>
      <vt:lpstr>Testing</vt:lpstr>
      <vt:lpstr>Conclusion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461</cp:revision>
  <dcterms:created xsi:type="dcterms:W3CDTF">2024-11-17T18:54:34Z</dcterms:created>
  <dcterms:modified xsi:type="dcterms:W3CDTF">2024-11-21T18:25:17Z</dcterms:modified>
</cp:coreProperties>
</file>