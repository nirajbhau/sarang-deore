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4" r:id="rId7"/>
    <p:sldId id="265" r:id="rId8"/>
    <p:sldId id="266" r:id="rId9"/>
    <p:sldId id="267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6123F6-76A5-45DF-8BCC-107D3D20DA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41FF45A-83EE-47A5-B20F-09AC09D848FE}">
      <dgm:prSet custT="1"/>
      <dgm:spPr/>
      <dgm:t>
        <a:bodyPr/>
        <a:lstStyle/>
        <a:p>
          <a:r>
            <a:rPr lang="en-US" sz="1800" dirty="0"/>
            <a:t>Overlapping industrial &amp; residential zones → health risks</a:t>
          </a:r>
        </a:p>
      </dgm:t>
    </dgm:pt>
    <dgm:pt modelId="{9243FE50-EB0F-45B5-8126-FD03C0956272}" type="parTrans" cxnId="{B004C532-9AAC-4559-BEAF-F4E6D50DBAED}">
      <dgm:prSet/>
      <dgm:spPr/>
      <dgm:t>
        <a:bodyPr/>
        <a:lstStyle/>
        <a:p>
          <a:endParaRPr lang="en-US" sz="2400"/>
        </a:p>
      </dgm:t>
    </dgm:pt>
    <dgm:pt modelId="{EFD38C3D-73EB-41F0-AE1F-99D21640074D}" type="sibTrans" cxnId="{B004C532-9AAC-4559-BEAF-F4E6D50DBAED}">
      <dgm:prSet/>
      <dgm:spPr/>
      <dgm:t>
        <a:bodyPr/>
        <a:lstStyle/>
        <a:p>
          <a:endParaRPr lang="en-US" sz="2400"/>
        </a:p>
      </dgm:t>
    </dgm:pt>
    <dgm:pt modelId="{60CEB05F-AC3A-498D-A3E6-FA3E806D5BCE}">
      <dgm:prSet custT="1"/>
      <dgm:spPr/>
      <dgm:t>
        <a:bodyPr/>
        <a:lstStyle/>
        <a:p>
          <a:r>
            <a:rPr lang="en-US" sz="1800"/>
            <a:t>Lack of traffic segregation (goods vs commuters vs students)</a:t>
          </a:r>
        </a:p>
      </dgm:t>
    </dgm:pt>
    <dgm:pt modelId="{7ABEB3DB-5C85-407B-AB70-3EF105B2B438}" type="parTrans" cxnId="{F3A5190B-E612-4DAB-A1CD-B4A45DA1A643}">
      <dgm:prSet/>
      <dgm:spPr/>
      <dgm:t>
        <a:bodyPr/>
        <a:lstStyle/>
        <a:p>
          <a:endParaRPr lang="en-US" sz="2400"/>
        </a:p>
      </dgm:t>
    </dgm:pt>
    <dgm:pt modelId="{FFDE9F92-4808-401B-BF13-0DF87ED6FB19}" type="sibTrans" cxnId="{F3A5190B-E612-4DAB-A1CD-B4A45DA1A643}">
      <dgm:prSet/>
      <dgm:spPr/>
      <dgm:t>
        <a:bodyPr/>
        <a:lstStyle/>
        <a:p>
          <a:endParaRPr lang="en-US" sz="2400"/>
        </a:p>
      </dgm:t>
    </dgm:pt>
    <dgm:pt modelId="{78C7EB73-DDF4-41C0-8B5B-FF2053562CB6}">
      <dgm:prSet custT="1"/>
      <dgm:spPr/>
      <dgm:t>
        <a:bodyPr/>
        <a:lstStyle/>
        <a:p>
          <a:r>
            <a:rPr lang="en-US" sz="1800"/>
            <a:t>Poor zoning decisions → congestion &amp; pollution hotspots</a:t>
          </a:r>
        </a:p>
      </dgm:t>
    </dgm:pt>
    <dgm:pt modelId="{66C76D47-672B-496E-9A3C-72D44F198DBE}" type="parTrans" cxnId="{8E911656-B61A-403D-B02F-ECC13B785966}">
      <dgm:prSet/>
      <dgm:spPr/>
      <dgm:t>
        <a:bodyPr/>
        <a:lstStyle/>
        <a:p>
          <a:endParaRPr lang="en-US" sz="2400"/>
        </a:p>
      </dgm:t>
    </dgm:pt>
    <dgm:pt modelId="{401FA60B-2862-435D-BB9E-B2664BE02BF4}" type="sibTrans" cxnId="{8E911656-B61A-403D-B02F-ECC13B785966}">
      <dgm:prSet/>
      <dgm:spPr/>
      <dgm:t>
        <a:bodyPr/>
        <a:lstStyle/>
        <a:p>
          <a:endParaRPr lang="en-US" sz="2400"/>
        </a:p>
      </dgm:t>
    </dgm:pt>
    <dgm:pt modelId="{28C6C1AE-8219-484F-8435-B9E10C72DA86}">
      <dgm:prSet custT="1"/>
      <dgm:spPr/>
      <dgm:t>
        <a:bodyPr/>
        <a:lstStyle/>
        <a:p>
          <a:r>
            <a:rPr lang="en-US" sz="1800"/>
            <a:t>Cities need data-driven land use planning</a:t>
          </a:r>
        </a:p>
      </dgm:t>
    </dgm:pt>
    <dgm:pt modelId="{1F7E1871-236C-4C2F-8B48-F5774F151000}" type="parTrans" cxnId="{414B91A3-5B14-4522-9704-71EFF953A4B8}">
      <dgm:prSet/>
      <dgm:spPr/>
      <dgm:t>
        <a:bodyPr/>
        <a:lstStyle/>
        <a:p>
          <a:endParaRPr lang="en-US" sz="2400"/>
        </a:p>
      </dgm:t>
    </dgm:pt>
    <dgm:pt modelId="{E8B256D7-64F0-4786-8BB3-567D62324182}" type="sibTrans" cxnId="{414B91A3-5B14-4522-9704-71EFF953A4B8}">
      <dgm:prSet/>
      <dgm:spPr/>
      <dgm:t>
        <a:bodyPr/>
        <a:lstStyle/>
        <a:p>
          <a:endParaRPr lang="en-US" sz="2400"/>
        </a:p>
      </dgm:t>
    </dgm:pt>
    <dgm:pt modelId="{702E667A-ACAA-4C4A-82DE-99435A334150}" type="pres">
      <dgm:prSet presAssocID="{9E6123F6-76A5-45DF-8BCC-107D3D20DADC}" presName="root" presStyleCnt="0">
        <dgm:presLayoutVars>
          <dgm:dir/>
          <dgm:resizeHandles val="exact"/>
        </dgm:presLayoutVars>
      </dgm:prSet>
      <dgm:spPr/>
    </dgm:pt>
    <dgm:pt modelId="{F43C711E-DBDB-4780-9A20-66B599A99E36}" type="pres">
      <dgm:prSet presAssocID="{241FF45A-83EE-47A5-B20F-09AC09D848FE}" presName="compNode" presStyleCnt="0"/>
      <dgm:spPr/>
    </dgm:pt>
    <dgm:pt modelId="{D4014B7F-37DC-4565-B06B-A545BFA8C001}" type="pres">
      <dgm:prSet presAssocID="{241FF45A-83EE-47A5-B20F-09AC09D848F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D46B8903-0303-49E7-BCB7-328FFFD0E7F2}" type="pres">
      <dgm:prSet presAssocID="{241FF45A-83EE-47A5-B20F-09AC09D848FE}" presName="spaceRect" presStyleCnt="0"/>
      <dgm:spPr/>
    </dgm:pt>
    <dgm:pt modelId="{060DF7FB-158E-42E7-955B-A19C4C7CED7E}" type="pres">
      <dgm:prSet presAssocID="{241FF45A-83EE-47A5-B20F-09AC09D848FE}" presName="textRect" presStyleLbl="revTx" presStyleIdx="0" presStyleCnt="4">
        <dgm:presLayoutVars>
          <dgm:chMax val="1"/>
          <dgm:chPref val="1"/>
        </dgm:presLayoutVars>
      </dgm:prSet>
      <dgm:spPr/>
    </dgm:pt>
    <dgm:pt modelId="{2B87A893-74B6-4AE8-A40E-28D95E6F376C}" type="pres">
      <dgm:prSet presAssocID="{EFD38C3D-73EB-41F0-AE1F-99D21640074D}" presName="sibTrans" presStyleCnt="0"/>
      <dgm:spPr/>
    </dgm:pt>
    <dgm:pt modelId="{96AC846F-4A25-4DA0-8845-57F81E439875}" type="pres">
      <dgm:prSet presAssocID="{60CEB05F-AC3A-498D-A3E6-FA3E806D5BCE}" presName="compNode" presStyleCnt="0"/>
      <dgm:spPr/>
    </dgm:pt>
    <dgm:pt modelId="{7EC40E4E-91FA-45E8-8243-CDB143C8149F}" type="pres">
      <dgm:prSet presAssocID="{60CEB05F-AC3A-498D-A3E6-FA3E806D5B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2E23E41A-5D9A-4AF3-B48E-67F0EE8779B0}" type="pres">
      <dgm:prSet presAssocID="{60CEB05F-AC3A-498D-A3E6-FA3E806D5BCE}" presName="spaceRect" presStyleCnt="0"/>
      <dgm:spPr/>
    </dgm:pt>
    <dgm:pt modelId="{DD5BFCE7-6813-4C1B-8562-0BCE5BB062FA}" type="pres">
      <dgm:prSet presAssocID="{60CEB05F-AC3A-498D-A3E6-FA3E806D5BCE}" presName="textRect" presStyleLbl="revTx" presStyleIdx="1" presStyleCnt="4">
        <dgm:presLayoutVars>
          <dgm:chMax val="1"/>
          <dgm:chPref val="1"/>
        </dgm:presLayoutVars>
      </dgm:prSet>
      <dgm:spPr/>
    </dgm:pt>
    <dgm:pt modelId="{1946B9B0-65C5-413A-9180-1E5C7CCA3AF7}" type="pres">
      <dgm:prSet presAssocID="{FFDE9F92-4808-401B-BF13-0DF87ED6FB19}" presName="sibTrans" presStyleCnt="0"/>
      <dgm:spPr/>
    </dgm:pt>
    <dgm:pt modelId="{0D56B128-4B34-4081-88F9-1259247D3912}" type="pres">
      <dgm:prSet presAssocID="{78C7EB73-DDF4-41C0-8B5B-FF2053562CB6}" presName="compNode" presStyleCnt="0"/>
      <dgm:spPr/>
    </dgm:pt>
    <dgm:pt modelId="{6A74FB72-C898-4B3C-A156-DD45A337ACE0}" type="pres">
      <dgm:prSet presAssocID="{78C7EB73-DDF4-41C0-8B5B-FF2053562C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519320E-77B1-4F2C-8EC6-9E3816EA3D79}" type="pres">
      <dgm:prSet presAssocID="{78C7EB73-DDF4-41C0-8B5B-FF2053562CB6}" presName="spaceRect" presStyleCnt="0"/>
      <dgm:spPr/>
    </dgm:pt>
    <dgm:pt modelId="{466D5C43-D48C-4391-A6BE-4E3628E3E0F8}" type="pres">
      <dgm:prSet presAssocID="{78C7EB73-DDF4-41C0-8B5B-FF2053562CB6}" presName="textRect" presStyleLbl="revTx" presStyleIdx="2" presStyleCnt="4">
        <dgm:presLayoutVars>
          <dgm:chMax val="1"/>
          <dgm:chPref val="1"/>
        </dgm:presLayoutVars>
      </dgm:prSet>
      <dgm:spPr/>
    </dgm:pt>
    <dgm:pt modelId="{F66D9FC2-5F52-45C3-92A6-DA1B6B6EC719}" type="pres">
      <dgm:prSet presAssocID="{401FA60B-2862-435D-BB9E-B2664BE02BF4}" presName="sibTrans" presStyleCnt="0"/>
      <dgm:spPr/>
    </dgm:pt>
    <dgm:pt modelId="{6AA9BD44-E7D0-45F4-A186-0FD5C8F0881B}" type="pres">
      <dgm:prSet presAssocID="{28C6C1AE-8219-484F-8435-B9E10C72DA86}" presName="compNode" presStyleCnt="0"/>
      <dgm:spPr/>
    </dgm:pt>
    <dgm:pt modelId="{736B3713-69C5-4657-B309-422338BBBCE1}" type="pres">
      <dgm:prSet presAssocID="{28C6C1AE-8219-484F-8435-B9E10C72DA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41282523-6E5C-41A5-A998-86117A345B41}" type="pres">
      <dgm:prSet presAssocID="{28C6C1AE-8219-484F-8435-B9E10C72DA86}" presName="spaceRect" presStyleCnt="0"/>
      <dgm:spPr/>
    </dgm:pt>
    <dgm:pt modelId="{F8BE4778-D049-4FDA-8B55-AAA06079B2CC}" type="pres">
      <dgm:prSet presAssocID="{28C6C1AE-8219-484F-8435-B9E10C72DA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058D309-1303-4B14-956B-D6839721D95F}" type="presOf" srcId="{78C7EB73-DDF4-41C0-8B5B-FF2053562CB6}" destId="{466D5C43-D48C-4391-A6BE-4E3628E3E0F8}" srcOrd="0" destOrd="0" presId="urn:microsoft.com/office/officeart/2018/2/layout/IconLabelList"/>
    <dgm:cxn modelId="{F3A5190B-E612-4DAB-A1CD-B4A45DA1A643}" srcId="{9E6123F6-76A5-45DF-8BCC-107D3D20DADC}" destId="{60CEB05F-AC3A-498D-A3E6-FA3E806D5BCE}" srcOrd="1" destOrd="0" parTransId="{7ABEB3DB-5C85-407B-AB70-3EF105B2B438}" sibTransId="{FFDE9F92-4808-401B-BF13-0DF87ED6FB19}"/>
    <dgm:cxn modelId="{78153C10-3CCB-4B64-9D20-27ED97755531}" type="presOf" srcId="{241FF45A-83EE-47A5-B20F-09AC09D848FE}" destId="{060DF7FB-158E-42E7-955B-A19C4C7CED7E}" srcOrd="0" destOrd="0" presId="urn:microsoft.com/office/officeart/2018/2/layout/IconLabelList"/>
    <dgm:cxn modelId="{B004C532-9AAC-4559-BEAF-F4E6D50DBAED}" srcId="{9E6123F6-76A5-45DF-8BCC-107D3D20DADC}" destId="{241FF45A-83EE-47A5-B20F-09AC09D848FE}" srcOrd="0" destOrd="0" parTransId="{9243FE50-EB0F-45B5-8126-FD03C0956272}" sibTransId="{EFD38C3D-73EB-41F0-AE1F-99D21640074D}"/>
    <dgm:cxn modelId="{DBD55E73-6D2C-4DCC-85CF-323CA781A1EB}" type="presOf" srcId="{9E6123F6-76A5-45DF-8BCC-107D3D20DADC}" destId="{702E667A-ACAA-4C4A-82DE-99435A334150}" srcOrd="0" destOrd="0" presId="urn:microsoft.com/office/officeart/2018/2/layout/IconLabelList"/>
    <dgm:cxn modelId="{60797B73-AEA6-4570-B285-4530A2A0731B}" type="presOf" srcId="{28C6C1AE-8219-484F-8435-B9E10C72DA86}" destId="{F8BE4778-D049-4FDA-8B55-AAA06079B2CC}" srcOrd="0" destOrd="0" presId="urn:microsoft.com/office/officeart/2018/2/layout/IconLabelList"/>
    <dgm:cxn modelId="{8E911656-B61A-403D-B02F-ECC13B785966}" srcId="{9E6123F6-76A5-45DF-8BCC-107D3D20DADC}" destId="{78C7EB73-DDF4-41C0-8B5B-FF2053562CB6}" srcOrd="2" destOrd="0" parTransId="{66C76D47-672B-496E-9A3C-72D44F198DBE}" sibTransId="{401FA60B-2862-435D-BB9E-B2664BE02BF4}"/>
    <dgm:cxn modelId="{414B91A3-5B14-4522-9704-71EFF953A4B8}" srcId="{9E6123F6-76A5-45DF-8BCC-107D3D20DADC}" destId="{28C6C1AE-8219-484F-8435-B9E10C72DA86}" srcOrd="3" destOrd="0" parTransId="{1F7E1871-236C-4C2F-8B48-F5774F151000}" sibTransId="{E8B256D7-64F0-4786-8BB3-567D62324182}"/>
    <dgm:cxn modelId="{1B9192E3-BE1E-48AE-89DD-FEF9DAD58AC2}" type="presOf" srcId="{60CEB05F-AC3A-498D-A3E6-FA3E806D5BCE}" destId="{DD5BFCE7-6813-4C1B-8562-0BCE5BB062FA}" srcOrd="0" destOrd="0" presId="urn:microsoft.com/office/officeart/2018/2/layout/IconLabelList"/>
    <dgm:cxn modelId="{52F37E6F-F37F-476B-8E26-0D165A199C16}" type="presParOf" srcId="{702E667A-ACAA-4C4A-82DE-99435A334150}" destId="{F43C711E-DBDB-4780-9A20-66B599A99E36}" srcOrd="0" destOrd="0" presId="urn:microsoft.com/office/officeart/2018/2/layout/IconLabelList"/>
    <dgm:cxn modelId="{81F10CCD-41E1-4CA1-B32F-F66E886507D0}" type="presParOf" srcId="{F43C711E-DBDB-4780-9A20-66B599A99E36}" destId="{D4014B7F-37DC-4565-B06B-A545BFA8C001}" srcOrd="0" destOrd="0" presId="urn:microsoft.com/office/officeart/2018/2/layout/IconLabelList"/>
    <dgm:cxn modelId="{E6161A35-F4A1-43E5-B99F-3E729D78B0E9}" type="presParOf" srcId="{F43C711E-DBDB-4780-9A20-66B599A99E36}" destId="{D46B8903-0303-49E7-BCB7-328FFFD0E7F2}" srcOrd="1" destOrd="0" presId="urn:microsoft.com/office/officeart/2018/2/layout/IconLabelList"/>
    <dgm:cxn modelId="{8F90EA95-2C86-4C04-B573-A4E8228378B7}" type="presParOf" srcId="{F43C711E-DBDB-4780-9A20-66B599A99E36}" destId="{060DF7FB-158E-42E7-955B-A19C4C7CED7E}" srcOrd="2" destOrd="0" presId="urn:microsoft.com/office/officeart/2018/2/layout/IconLabelList"/>
    <dgm:cxn modelId="{66E554FC-A223-4C7C-9128-3506715D447D}" type="presParOf" srcId="{702E667A-ACAA-4C4A-82DE-99435A334150}" destId="{2B87A893-74B6-4AE8-A40E-28D95E6F376C}" srcOrd="1" destOrd="0" presId="urn:microsoft.com/office/officeart/2018/2/layout/IconLabelList"/>
    <dgm:cxn modelId="{201A3368-6C4F-4328-BBEB-9ADDD21EA480}" type="presParOf" srcId="{702E667A-ACAA-4C4A-82DE-99435A334150}" destId="{96AC846F-4A25-4DA0-8845-57F81E439875}" srcOrd="2" destOrd="0" presId="urn:microsoft.com/office/officeart/2018/2/layout/IconLabelList"/>
    <dgm:cxn modelId="{FB4541EE-8D73-46A2-8392-ACCDCC970789}" type="presParOf" srcId="{96AC846F-4A25-4DA0-8845-57F81E439875}" destId="{7EC40E4E-91FA-45E8-8243-CDB143C8149F}" srcOrd="0" destOrd="0" presId="urn:microsoft.com/office/officeart/2018/2/layout/IconLabelList"/>
    <dgm:cxn modelId="{9DD77DF1-4AFD-4D9F-8C3E-AFF9EC013FCA}" type="presParOf" srcId="{96AC846F-4A25-4DA0-8845-57F81E439875}" destId="{2E23E41A-5D9A-4AF3-B48E-67F0EE8779B0}" srcOrd="1" destOrd="0" presId="urn:microsoft.com/office/officeart/2018/2/layout/IconLabelList"/>
    <dgm:cxn modelId="{7635ECD8-01EA-46E4-8300-378E31658C4A}" type="presParOf" srcId="{96AC846F-4A25-4DA0-8845-57F81E439875}" destId="{DD5BFCE7-6813-4C1B-8562-0BCE5BB062FA}" srcOrd="2" destOrd="0" presId="urn:microsoft.com/office/officeart/2018/2/layout/IconLabelList"/>
    <dgm:cxn modelId="{1A2575E7-A2F2-4F19-9532-7789D822F971}" type="presParOf" srcId="{702E667A-ACAA-4C4A-82DE-99435A334150}" destId="{1946B9B0-65C5-413A-9180-1E5C7CCA3AF7}" srcOrd="3" destOrd="0" presId="urn:microsoft.com/office/officeart/2018/2/layout/IconLabelList"/>
    <dgm:cxn modelId="{6F1B0113-3FC2-4394-B089-7E19AA1BEB71}" type="presParOf" srcId="{702E667A-ACAA-4C4A-82DE-99435A334150}" destId="{0D56B128-4B34-4081-88F9-1259247D3912}" srcOrd="4" destOrd="0" presId="urn:microsoft.com/office/officeart/2018/2/layout/IconLabelList"/>
    <dgm:cxn modelId="{B01305A9-2BCA-4945-AABE-C0EF449F1F78}" type="presParOf" srcId="{0D56B128-4B34-4081-88F9-1259247D3912}" destId="{6A74FB72-C898-4B3C-A156-DD45A337ACE0}" srcOrd="0" destOrd="0" presId="urn:microsoft.com/office/officeart/2018/2/layout/IconLabelList"/>
    <dgm:cxn modelId="{15BBDF1E-D566-40C0-AA7B-0C53BFA59332}" type="presParOf" srcId="{0D56B128-4B34-4081-88F9-1259247D3912}" destId="{9519320E-77B1-4F2C-8EC6-9E3816EA3D79}" srcOrd="1" destOrd="0" presId="urn:microsoft.com/office/officeart/2018/2/layout/IconLabelList"/>
    <dgm:cxn modelId="{5B4F7C55-669E-40C7-A775-E4E3FB255350}" type="presParOf" srcId="{0D56B128-4B34-4081-88F9-1259247D3912}" destId="{466D5C43-D48C-4391-A6BE-4E3628E3E0F8}" srcOrd="2" destOrd="0" presId="urn:microsoft.com/office/officeart/2018/2/layout/IconLabelList"/>
    <dgm:cxn modelId="{3EF6C5AD-9AD9-4F15-8B9F-613B06A744C2}" type="presParOf" srcId="{702E667A-ACAA-4C4A-82DE-99435A334150}" destId="{F66D9FC2-5F52-45C3-92A6-DA1B6B6EC719}" srcOrd="5" destOrd="0" presId="urn:microsoft.com/office/officeart/2018/2/layout/IconLabelList"/>
    <dgm:cxn modelId="{35852FF6-6D12-45CD-9364-7A194E322B49}" type="presParOf" srcId="{702E667A-ACAA-4C4A-82DE-99435A334150}" destId="{6AA9BD44-E7D0-45F4-A186-0FD5C8F0881B}" srcOrd="6" destOrd="0" presId="urn:microsoft.com/office/officeart/2018/2/layout/IconLabelList"/>
    <dgm:cxn modelId="{3E81E1DD-195F-4DD4-920F-90AED8D66741}" type="presParOf" srcId="{6AA9BD44-E7D0-45F4-A186-0FD5C8F0881B}" destId="{736B3713-69C5-4657-B309-422338BBBCE1}" srcOrd="0" destOrd="0" presId="urn:microsoft.com/office/officeart/2018/2/layout/IconLabelList"/>
    <dgm:cxn modelId="{91987A79-ECFC-49CB-8046-552C7A62695B}" type="presParOf" srcId="{6AA9BD44-E7D0-45F4-A186-0FD5C8F0881B}" destId="{41282523-6E5C-41A5-A998-86117A345B41}" srcOrd="1" destOrd="0" presId="urn:microsoft.com/office/officeart/2018/2/layout/IconLabelList"/>
    <dgm:cxn modelId="{8D24BFD4-65C3-40DE-AD7E-B1DBD2EBED12}" type="presParOf" srcId="{6AA9BD44-E7D0-45F4-A186-0FD5C8F0881B}" destId="{F8BE4778-D049-4FDA-8B55-AAA06079B2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14B802-1D0D-44D9-80F3-7242F90AE517}" type="doc">
      <dgm:prSet loTypeId="urn:microsoft.com/office/officeart/2018/5/layout/IconCircleLabelList" loCatId="icon" qsTypeId="urn:microsoft.com/office/officeart/2005/8/quickstyle/simple5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615B907-4532-42CB-8103-C7F4C856787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/>
            <a:t>MATLAB-based zoning model &amp; suitability maps</a:t>
          </a:r>
        </a:p>
      </dgm:t>
    </dgm:pt>
    <dgm:pt modelId="{5B2EC03B-AAAB-40B2-9D91-FBFC12C66286}" type="parTrans" cxnId="{BED4EB99-7D86-4012-9B20-62E4B15256FF}">
      <dgm:prSet/>
      <dgm:spPr/>
      <dgm:t>
        <a:bodyPr/>
        <a:lstStyle/>
        <a:p>
          <a:endParaRPr lang="en-US" sz="2000"/>
        </a:p>
      </dgm:t>
    </dgm:pt>
    <dgm:pt modelId="{C41B0F59-3B43-43FB-8B8E-4583FFB57506}" type="sibTrans" cxnId="{BED4EB99-7D86-4012-9B20-62E4B15256FF}">
      <dgm:prSet/>
      <dgm:spPr/>
      <dgm:t>
        <a:bodyPr/>
        <a:lstStyle/>
        <a:p>
          <a:endParaRPr lang="en-US" sz="2000"/>
        </a:p>
      </dgm:t>
    </dgm:pt>
    <dgm:pt modelId="{A14A915F-D96E-42BC-BD40-3AA60A45C90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/>
            <a:t>Optimized land-use allocation (residential, commercial, industrial, educational)</a:t>
          </a:r>
        </a:p>
      </dgm:t>
    </dgm:pt>
    <dgm:pt modelId="{B2890F13-4C1B-49AB-8F12-67EDC047479B}" type="parTrans" cxnId="{DA48DFEF-F927-41E6-9E57-10D32B62B767}">
      <dgm:prSet/>
      <dgm:spPr/>
      <dgm:t>
        <a:bodyPr/>
        <a:lstStyle/>
        <a:p>
          <a:endParaRPr lang="en-US" sz="2000"/>
        </a:p>
      </dgm:t>
    </dgm:pt>
    <dgm:pt modelId="{7B28BAF3-5F6E-48B1-9EF8-3E491C6252D7}" type="sibTrans" cxnId="{DA48DFEF-F927-41E6-9E57-10D32B62B767}">
      <dgm:prSet/>
      <dgm:spPr/>
      <dgm:t>
        <a:bodyPr/>
        <a:lstStyle/>
        <a:p>
          <a:endParaRPr lang="en-US" sz="2000"/>
        </a:p>
      </dgm:t>
    </dgm:pt>
    <dgm:pt modelId="{D4838820-0DFA-4AF6-AE0B-B10E96FEDF0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/>
            <a:t>Reduction in congestion &amp; pollution exposure</a:t>
          </a:r>
        </a:p>
      </dgm:t>
    </dgm:pt>
    <dgm:pt modelId="{6F0DFB73-D8DB-4D28-A4BF-3C2BC4D3C004}" type="parTrans" cxnId="{43AFBC87-88D3-4B6C-839C-533E1BE23468}">
      <dgm:prSet/>
      <dgm:spPr/>
      <dgm:t>
        <a:bodyPr/>
        <a:lstStyle/>
        <a:p>
          <a:endParaRPr lang="en-US" sz="2000"/>
        </a:p>
      </dgm:t>
    </dgm:pt>
    <dgm:pt modelId="{7E343020-28DF-47D6-B6DC-6A1267CF4E69}" type="sibTrans" cxnId="{43AFBC87-88D3-4B6C-839C-533E1BE23468}">
      <dgm:prSet/>
      <dgm:spPr/>
      <dgm:t>
        <a:bodyPr/>
        <a:lstStyle/>
        <a:p>
          <a:endParaRPr lang="en-US" sz="2000"/>
        </a:p>
      </dgm:t>
    </dgm:pt>
    <dgm:pt modelId="{0322BD74-30F0-4C1D-A57A-D496226F026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dirty="0"/>
            <a:t>Restricted road policies for freight &amp; commuters</a:t>
          </a:r>
        </a:p>
      </dgm:t>
    </dgm:pt>
    <dgm:pt modelId="{E9470B1F-D020-4172-ACB5-8EE3E5BF6E6D}" type="parTrans" cxnId="{13023E42-32E2-4990-BE36-38754BB912B0}">
      <dgm:prSet/>
      <dgm:spPr/>
      <dgm:t>
        <a:bodyPr/>
        <a:lstStyle/>
        <a:p>
          <a:endParaRPr lang="en-US" sz="2000"/>
        </a:p>
      </dgm:t>
    </dgm:pt>
    <dgm:pt modelId="{9CFE4F73-1540-4BDA-9639-758B87BEB2D8}" type="sibTrans" cxnId="{13023E42-32E2-4990-BE36-38754BB912B0}">
      <dgm:prSet/>
      <dgm:spPr/>
      <dgm:t>
        <a:bodyPr/>
        <a:lstStyle/>
        <a:p>
          <a:endParaRPr lang="en-US" sz="2000"/>
        </a:p>
      </dgm:t>
    </dgm:pt>
    <dgm:pt modelId="{B0EAF9F2-A1D9-4354-9F51-9CB6E7F68B5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/>
            <a:t>Practical tool for urban planners &amp; engineers</a:t>
          </a:r>
        </a:p>
      </dgm:t>
    </dgm:pt>
    <dgm:pt modelId="{F000C8DE-6782-4AF2-8F3F-0B1EE8D9F212}" type="parTrans" cxnId="{27BF5D4C-00DB-4E0B-B665-7394B69AED0D}">
      <dgm:prSet/>
      <dgm:spPr/>
      <dgm:t>
        <a:bodyPr/>
        <a:lstStyle/>
        <a:p>
          <a:endParaRPr lang="en-US" sz="2000"/>
        </a:p>
      </dgm:t>
    </dgm:pt>
    <dgm:pt modelId="{32C41458-8C6C-482B-8312-22AC5E7CEDC5}" type="sibTrans" cxnId="{27BF5D4C-00DB-4E0B-B665-7394B69AED0D}">
      <dgm:prSet/>
      <dgm:spPr/>
      <dgm:t>
        <a:bodyPr/>
        <a:lstStyle/>
        <a:p>
          <a:endParaRPr lang="en-US" sz="2000"/>
        </a:p>
      </dgm:t>
    </dgm:pt>
    <dgm:pt modelId="{36D844D7-908C-4DD9-B630-92828411192B}" type="pres">
      <dgm:prSet presAssocID="{0C14B802-1D0D-44D9-80F3-7242F90AE517}" presName="root" presStyleCnt="0">
        <dgm:presLayoutVars>
          <dgm:dir/>
          <dgm:resizeHandles val="exact"/>
        </dgm:presLayoutVars>
      </dgm:prSet>
      <dgm:spPr/>
    </dgm:pt>
    <dgm:pt modelId="{DF6D033F-A42C-4FE4-A9E8-832A7B273A14}" type="pres">
      <dgm:prSet presAssocID="{9615B907-4532-42CB-8103-C7F4C856787A}" presName="compNode" presStyleCnt="0"/>
      <dgm:spPr/>
    </dgm:pt>
    <dgm:pt modelId="{599910F5-2351-49C9-8CC0-9F287B9F810A}" type="pres">
      <dgm:prSet presAssocID="{9615B907-4532-42CB-8103-C7F4C856787A}" presName="iconBgRect" presStyleLbl="bgShp" presStyleIdx="0" presStyleCnt="5" custLinFactNeighborX="551"/>
      <dgm:spPr/>
    </dgm:pt>
    <dgm:pt modelId="{B33F336A-C179-446B-AA1D-31E9796AD260}" type="pres">
      <dgm:prSet presAssocID="{9615B907-4532-42CB-8103-C7F4C856787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92D845F-C0F4-4D8C-BA24-A757C66112F6}" type="pres">
      <dgm:prSet presAssocID="{9615B907-4532-42CB-8103-C7F4C856787A}" presName="spaceRect" presStyleCnt="0"/>
      <dgm:spPr/>
    </dgm:pt>
    <dgm:pt modelId="{1F8A3BBF-FF66-4A78-B5D4-256C0371ACCE}" type="pres">
      <dgm:prSet presAssocID="{9615B907-4532-42CB-8103-C7F4C856787A}" presName="textRect" presStyleLbl="revTx" presStyleIdx="0" presStyleCnt="5" custLinFactNeighborX="336">
        <dgm:presLayoutVars>
          <dgm:chMax val="1"/>
          <dgm:chPref val="1"/>
        </dgm:presLayoutVars>
      </dgm:prSet>
      <dgm:spPr/>
    </dgm:pt>
    <dgm:pt modelId="{85F781D0-1375-48F6-A71A-6742935ADCA7}" type="pres">
      <dgm:prSet presAssocID="{C41B0F59-3B43-43FB-8B8E-4583FFB57506}" presName="sibTrans" presStyleCnt="0"/>
      <dgm:spPr/>
    </dgm:pt>
    <dgm:pt modelId="{769B6B9C-596F-454E-812B-B5DB2F944448}" type="pres">
      <dgm:prSet presAssocID="{A14A915F-D96E-42BC-BD40-3AA60A45C907}" presName="compNode" presStyleCnt="0"/>
      <dgm:spPr/>
    </dgm:pt>
    <dgm:pt modelId="{A86DF9BD-26FC-4848-BDD5-5F9D2A255639}" type="pres">
      <dgm:prSet presAssocID="{A14A915F-D96E-42BC-BD40-3AA60A45C907}" presName="iconBgRect" presStyleLbl="bgShp" presStyleIdx="1" presStyleCnt="5" custLinFactNeighborX="551"/>
      <dgm:spPr/>
    </dgm:pt>
    <dgm:pt modelId="{E643CA8B-96D7-4A93-B078-B592DA432138}" type="pres">
      <dgm:prSet presAssocID="{A14A915F-D96E-42BC-BD40-3AA60A45C907}" presName="iconRect" presStyleLbl="node1" presStyleIdx="1" presStyleCnt="5" custLinFactNeighborX="96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9E238E2-6C8A-4F9B-A050-C8E4F46C7AAA}" type="pres">
      <dgm:prSet presAssocID="{A14A915F-D96E-42BC-BD40-3AA60A45C907}" presName="spaceRect" presStyleCnt="0"/>
      <dgm:spPr/>
    </dgm:pt>
    <dgm:pt modelId="{21BECD19-3C60-4744-BE13-280356DF0198}" type="pres">
      <dgm:prSet presAssocID="{A14A915F-D96E-42BC-BD40-3AA60A45C907}" presName="textRect" presStyleLbl="revTx" presStyleIdx="1" presStyleCnt="5" custLinFactNeighborX="336">
        <dgm:presLayoutVars>
          <dgm:chMax val="1"/>
          <dgm:chPref val="1"/>
        </dgm:presLayoutVars>
      </dgm:prSet>
      <dgm:spPr/>
    </dgm:pt>
    <dgm:pt modelId="{18BF7FA0-E810-43DE-97F2-8D743747BD46}" type="pres">
      <dgm:prSet presAssocID="{7B28BAF3-5F6E-48B1-9EF8-3E491C6252D7}" presName="sibTrans" presStyleCnt="0"/>
      <dgm:spPr/>
    </dgm:pt>
    <dgm:pt modelId="{173370C8-7EBA-4AF7-B686-332DB8F3B1BD}" type="pres">
      <dgm:prSet presAssocID="{D4838820-0DFA-4AF6-AE0B-B10E96FEDF07}" presName="compNode" presStyleCnt="0"/>
      <dgm:spPr/>
    </dgm:pt>
    <dgm:pt modelId="{F5E9CCE4-D575-45B9-9028-247C6E90933B}" type="pres">
      <dgm:prSet presAssocID="{D4838820-0DFA-4AF6-AE0B-B10E96FEDF07}" presName="iconBgRect" presStyleLbl="bgShp" presStyleIdx="2" presStyleCnt="5" custLinFactNeighborX="551" custLinFactNeighborY="0"/>
      <dgm:spPr/>
    </dgm:pt>
    <dgm:pt modelId="{53B5145F-7B62-45FA-A662-C4A5941A6529}" type="pres">
      <dgm:prSet presAssocID="{D4838820-0DFA-4AF6-AE0B-B10E96FEDF07}" presName="iconRect" presStyleLbl="node1" presStyleIdx="2" presStyleCnt="5" custLinFactNeighborX="96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5FD1AAE-2F2C-47DF-AD2F-760206EF1E53}" type="pres">
      <dgm:prSet presAssocID="{D4838820-0DFA-4AF6-AE0B-B10E96FEDF07}" presName="spaceRect" presStyleCnt="0"/>
      <dgm:spPr/>
    </dgm:pt>
    <dgm:pt modelId="{D35B3D2A-A170-474C-A3DE-E26CDA7859B2}" type="pres">
      <dgm:prSet presAssocID="{D4838820-0DFA-4AF6-AE0B-B10E96FEDF07}" presName="textRect" presStyleLbl="revTx" presStyleIdx="2" presStyleCnt="5" custLinFactNeighborX="336">
        <dgm:presLayoutVars>
          <dgm:chMax val="1"/>
          <dgm:chPref val="1"/>
        </dgm:presLayoutVars>
      </dgm:prSet>
      <dgm:spPr/>
    </dgm:pt>
    <dgm:pt modelId="{6D2BAADE-D661-45E9-AE10-D96C3D14ED92}" type="pres">
      <dgm:prSet presAssocID="{7E343020-28DF-47D6-B6DC-6A1267CF4E69}" presName="sibTrans" presStyleCnt="0"/>
      <dgm:spPr/>
    </dgm:pt>
    <dgm:pt modelId="{9B5202FE-D418-437D-ADCB-E19B37C76961}" type="pres">
      <dgm:prSet presAssocID="{0322BD74-30F0-4C1D-A57A-D496226F0266}" presName="compNode" presStyleCnt="0"/>
      <dgm:spPr/>
    </dgm:pt>
    <dgm:pt modelId="{FF1DA886-F804-4CEB-AADA-CC50DD9AFD96}" type="pres">
      <dgm:prSet presAssocID="{0322BD74-30F0-4C1D-A57A-D496226F0266}" presName="iconBgRect" presStyleLbl="bgShp" presStyleIdx="3" presStyleCnt="5" custLinFactX="-230505" custLinFactY="100000" custLinFactNeighborX="-300000" custLinFactNeighborY="147348"/>
      <dgm:spPr/>
    </dgm:pt>
    <dgm:pt modelId="{10310B30-D67A-488A-ABD9-806512DE3715}" type="pres">
      <dgm:prSet presAssocID="{0322BD74-30F0-4C1D-A57A-D496226F0266}" presName="iconRect" presStyleLbl="node1" presStyleIdx="3" presStyleCnt="5" custLinFactX="-424594" custLinFactY="200000" custLinFactNeighborX="-500000" custLinFactNeighborY="23109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1AD68831-83B6-4901-B2FF-C42BB0FCD861}" type="pres">
      <dgm:prSet presAssocID="{0322BD74-30F0-4C1D-A57A-D496226F0266}" presName="spaceRect" presStyleCnt="0"/>
      <dgm:spPr/>
    </dgm:pt>
    <dgm:pt modelId="{45FF2B69-6349-46E3-8F98-7ABB264DB5B9}" type="pres">
      <dgm:prSet presAssocID="{0322BD74-30F0-4C1D-A57A-D496226F0266}" presName="textRect" presStyleLbl="revTx" presStyleIdx="3" presStyleCnt="5" custLinFactX="-123608" custLinFactY="177206" custLinFactNeighborX="-200000" custLinFactNeighborY="200000">
        <dgm:presLayoutVars>
          <dgm:chMax val="1"/>
          <dgm:chPref val="1"/>
        </dgm:presLayoutVars>
      </dgm:prSet>
      <dgm:spPr/>
    </dgm:pt>
    <dgm:pt modelId="{161BC256-FD94-4131-9313-C04A1C0304E9}" type="pres">
      <dgm:prSet presAssocID="{9CFE4F73-1540-4BDA-9639-758B87BEB2D8}" presName="sibTrans" presStyleCnt="0"/>
      <dgm:spPr/>
    </dgm:pt>
    <dgm:pt modelId="{37860BE8-39D3-4B3A-B0A2-1EB40ADA1476}" type="pres">
      <dgm:prSet presAssocID="{B0EAF9F2-A1D9-4354-9F51-9CB6E7F68B57}" presName="compNode" presStyleCnt="0"/>
      <dgm:spPr/>
    </dgm:pt>
    <dgm:pt modelId="{40255314-AE02-45A0-8043-769F2DF04F2F}" type="pres">
      <dgm:prSet presAssocID="{B0EAF9F2-A1D9-4354-9F51-9CB6E7F68B57}" presName="iconBgRect" presStyleLbl="bgShp" presStyleIdx="4" presStyleCnt="5" custLinFactNeighborX="23137" custLinFactNeighborY="22"/>
      <dgm:spPr/>
    </dgm:pt>
    <dgm:pt modelId="{BFF48CB9-0800-4716-94A9-F3952482A161}" type="pres">
      <dgm:prSet presAssocID="{B0EAF9F2-A1D9-4354-9F51-9CB6E7F68B57}" presName="iconRect" presStyleLbl="node1" presStyleIdx="4" presStyleCnt="5" custLinFactNeighborX="40325" custLinFactNeighborY="3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346ADB36-7ED7-4A88-B2AF-97356B5EF40B}" type="pres">
      <dgm:prSet presAssocID="{B0EAF9F2-A1D9-4354-9F51-9CB6E7F68B57}" presName="spaceRect" presStyleCnt="0"/>
      <dgm:spPr/>
    </dgm:pt>
    <dgm:pt modelId="{255CDE7D-88C9-4B34-BBA7-9E26EA72D1C2}" type="pres">
      <dgm:prSet presAssocID="{B0EAF9F2-A1D9-4354-9F51-9CB6E7F68B57}" presName="textRect" presStyleLbl="revTx" presStyleIdx="4" presStyleCnt="5" custLinFactNeighborX="14114" custLinFactNeighborY="34">
        <dgm:presLayoutVars>
          <dgm:chMax val="1"/>
          <dgm:chPref val="1"/>
        </dgm:presLayoutVars>
      </dgm:prSet>
      <dgm:spPr/>
    </dgm:pt>
  </dgm:ptLst>
  <dgm:cxnLst>
    <dgm:cxn modelId="{DB793129-BD11-4B20-8534-50D251575893}" type="presOf" srcId="{B0EAF9F2-A1D9-4354-9F51-9CB6E7F68B57}" destId="{255CDE7D-88C9-4B34-BBA7-9E26EA72D1C2}" srcOrd="0" destOrd="0" presId="urn:microsoft.com/office/officeart/2018/5/layout/IconCircleLabelList"/>
    <dgm:cxn modelId="{30789734-0D4F-418A-9AF5-66F1C25FA5AE}" type="presOf" srcId="{0322BD74-30F0-4C1D-A57A-D496226F0266}" destId="{45FF2B69-6349-46E3-8F98-7ABB264DB5B9}" srcOrd="0" destOrd="0" presId="urn:microsoft.com/office/officeart/2018/5/layout/IconCircleLabelList"/>
    <dgm:cxn modelId="{13023E42-32E2-4990-BE36-38754BB912B0}" srcId="{0C14B802-1D0D-44D9-80F3-7242F90AE517}" destId="{0322BD74-30F0-4C1D-A57A-D496226F0266}" srcOrd="3" destOrd="0" parTransId="{E9470B1F-D020-4172-ACB5-8EE3E5BF6E6D}" sibTransId="{9CFE4F73-1540-4BDA-9639-758B87BEB2D8}"/>
    <dgm:cxn modelId="{27BF5D4C-00DB-4E0B-B665-7394B69AED0D}" srcId="{0C14B802-1D0D-44D9-80F3-7242F90AE517}" destId="{B0EAF9F2-A1D9-4354-9F51-9CB6E7F68B57}" srcOrd="4" destOrd="0" parTransId="{F000C8DE-6782-4AF2-8F3F-0B1EE8D9F212}" sibTransId="{32C41458-8C6C-482B-8312-22AC5E7CEDC5}"/>
    <dgm:cxn modelId="{F5E3A470-F94D-4DCC-A1C9-79A162D8987B}" type="presOf" srcId="{0C14B802-1D0D-44D9-80F3-7242F90AE517}" destId="{36D844D7-908C-4DD9-B630-92828411192B}" srcOrd="0" destOrd="0" presId="urn:microsoft.com/office/officeart/2018/5/layout/IconCircleLabelList"/>
    <dgm:cxn modelId="{0CCF1C7F-8769-458A-AF4E-348629B4AE1C}" type="presOf" srcId="{D4838820-0DFA-4AF6-AE0B-B10E96FEDF07}" destId="{D35B3D2A-A170-474C-A3DE-E26CDA7859B2}" srcOrd="0" destOrd="0" presId="urn:microsoft.com/office/officeart/2018/5/layout/IconCircleLabelList"/>
    <dgm:cxn modelId="{43AFBC87-88D3-4B6C-839C-533E1BE23468}" srcId="{0C14B802-1D0D-44D9-80F3-7242F90AE517}" destId="{D4838820-0DFA-4AF6-AE0B-B10E96FEDF07}" srcOrd="2" destOrd="0" parTransId="{6F0DFB73-D8DB-4D28-A4BF-3C2BC4D3C004}" sibTransId="{7E343020-28DF-47D6-B6DC-6A1267CF4E69}"/>
    <dgm:cxn modelId="{51425B89-3537-4FD2-9AF0-D4BCFB8F5B15}" type="presOf" srcId="{9615B907-4532-42CB-8103-C7F4C856787A}" destId="{1F8A3BBF-FF66-4A78-B5D4-256C0371ACCE}" srcOrd="0" destOrd="0" presId="urn:microsoft.com/office/officeart/2018/5/layout/IconCircleLabelList"/>
    <dgm:cxn modelId="{743B5196-18D3-40F7-AB7B-96F92496B7F9}" type="presOf" srcId="{A14A915F-D96E-42BC-BD40-3AA60A45C907}" destId="{21BECD19-3C60-4744-BE13-280356DF0198}" srcOrd="0" destOrd="0" presId="urn:microsoft.com/office/officeart/2018/5/layout/IconCircleLabelList"/>
    <dgm:cxn modelId="{BED4EB99-7D86-4012-9B20-62E4B15256FF}" srcId="{0C14B802-1D0D-44D9-80F3-7242F90AE517}" destId="{9615B907-4532-42CB-8103-C7F4C856787A}" srcOrd="0" destOrd="0" parTransId="{5B2EC03B-AAAB-40B2-9D91-FBFC12C66286}" sibTransId="{C41B0F59-3B43-43FB-8B8E-4583FFB57506}"/>
    <dgm:cxn modelId="{DA48DFEF-F927-41E6-9E57-10D32B62B767}" srcId="{0C14B802-1D0D-44D9-80F3-7242F90AE517}" destId="{A14A915F-D96E-42BC-BD40-3AA60A45C907}" srcOrd="1" destOrd="0" parTransId="{B2890F13-4C1B-49AB-8F12-67EDC047479B}" sibTransId="{7B28BAF3-5F6E-48B1-9EF8-3E491C6252D7}"/>
    <dgm:cxn modelId="{90481A35-2F6E-4D21-9525-C16F0037C6BE}" type="presParOf" srcId="{36D844D7-908C-4DD9-B630-92828411192B}" destId="{DF6D033F-A42C-4FE4-A9E8-832A7B273A14}" srcOrd="0" destOrd="0" presId="urn:microsoft.com/office/officeart/2018/5/layout/IconCircleLabelList"/>
    <dgm:cxn modelId="{057499DA-3809-40E9-8334-C03B7B40B46B}" type="presParOf" srcId="{DF6D033F-A42C-4FE4-A9E8-832A7B273A14}" destId="{599910F5-2351-49C9-8CC0-9F287B9F810A}" srcOrd="0" destOrd="0" presId="urn:microsoft.com/office/officeart/2018/5/layout/IconCircleLabelList"/>
    <dgm:cxn modelId="{398375BE-B09C-4867-893B-C9733CEEF7A0}" type="presParOf" srcId="{DF6D033F-A42C-4FE4-A9E8-832A7B273A14}" destId="{B33F336A-C179-446B-AA1D-31E9796AD260}" srcOrd="1" destOrd="0" presId="urn:microsoft.com/office/officeart/2018/5/layout/IconCircleLabelList"/>
    <dgm:cxn modelId="{1BF3E0C0-9070-49B3-9CBC-20025C59D8E3}" type="presParOf" srcId="{DF6D033F-A42C-4FE4-A9E8-832A7B273A14}" destId="{B92D845F-C0F4-4D8C-BA24-A757C66112F6}" srcOrd="2" destOrd="0" presId="urn:microsoft.com/office/officeart/2018/5/layout/IconCircleLabelList"/>
    <dgm:cxn modelId="{BC0EDEF2-3641-4155-BD23-FFAC1C491EBC}" type="presParOf" srcId="{DF6D033F-A42C-4FE4-A9E8-832A7B273A14}" destId="{1F8A3BBF-FF66-4A78-B5D4-256C0371ACCE}" srcOrd="3" destOrd="0" presId="urn:microsoft.com/office/officeart/2018/5/layout/IconCircleLabelList"/>
    <dgm:cxn modelId="{71D5C8B7-FDF8-43CF-A359-296632C66139}" type="presParOf" srcId="{36D844D7-908C-4DD9-B630-92828411192B}" destId="{85F781D0-1375-48F6-A71A-6742935ADCA7}" srcOrd="1" destOrd="0" presId="urn:microsoft.com/office/officeart/2018/5/layout/IconCircleLabelList"/>
    <dgm:cxn modelId="{2092456F-2A81-4103-AB3D-38E39C4A84C2}" type="presParOf" srcId="{36D844D7-908C-4DD9-B630-92828411192B}" destId="{769B6B9C-596F-454E-812B-B5DB2F944448}" srcOrd="2" destOrd="0" presId="urn:microsoft.com/office/officeart/2018/5/layout/IconCircleLabelList"/>
    <dgm:cxn modelId="{C543E13B-B6E3-49AA-91E6-41D2BD4FFDE4}" type="presParOf" srcId="{769B6B9C-596F-454E-812B-B5DB2F944448}" destId="{A86DF9BD-26FC-4848-BDD5-5F9D2A255639}" srcOrd="0" destOrd="0" presId="urn:microsoft.com/office/officeart/2018/5/layout/IconCircleLabelList"/>
    <dgm:cxn modelId="{FFC966A8-9A92-4E19-BCEF-39B708C6A36C}" type="presParOf" srcId="{769B6B9C-596F-454E-812B-B5DB2F944448}" destId="{E643CA8B-96D7-4A93-B078-B592DA432138}" srcOrd="1" destOrd="0" presId="urn:microsoft.com/office/officeart/2018/5/layout/IconCircleLabelList"/>
    <dgm:cxn modelId="{2D98C696-B3E7-4BF1-90E2-F8845FD6774A}" type="presParOf" srcId="{769B6B9C-596F-454E-812B-B5DB2F944448}" destId="{19E238E2-6C8A-4F9B-A050-C8E4F46C7AAA}" srcOrd="2" destOrd="0" presId="urn:microsoft.com/office/officeart/2018/5/layout/IconCircleLabelList"/>
    <dgm:cxn modelId="{E4BEFA68-9017-441C-82E9-C49ADC8FC0D8}" type="presParOf" srcId="{769B6B9C-596F-454E-812B-B5DB2F944448}" destId="{21BECD19-3C60-4744-BE13-280356DF0198}" srcOrd="3" destOrd="0" presId="urn:microsoft.com/office/officeart/2018/5/layout/IconCircleLabelList"/>
    <dgm:cxn modelId="{CB6B5FE6-569F-478B-B993-0FCCB5DD3BBD}" type="presParOf" srcId="{36D844D7-908C-4DD9-B630-92828411192B}" destId="{18BF7FA0-E810-43DE-97F2-8D743747BD46}" srcOrd="3" destOrd="0" presId="urn:microsoft.com/office/officeart/2018/5/layout/IconCircleLabelList"/>
    <dgm:cxn modelId="{6D58C8F8-D319-4852-9364-82DA59A1E176}" type="presParOf" srcId="{36D844D7-908C-4DD9-B630-92828411192B}" destId="{173370C8-7EBA-4AF7-B686-332DB8F3B1BD}" srcOrd="4" destOrd="0" presId="urn:microsoft.com/office/officeart/2018/5/layout/IconCircleLabelList"/>
    <dgm:cxn modelId="{5C2D8F92-D236-4034-AF65-CDE8FAB0D945}" type="presParOf" srcId="{173370C8-7EBA-4AF7-B686-332DB8F3B1BD}" destId="{F5E9CCE4-D575-45B9-9028-247C6E90933B}" srcOrd="0" destOrd="0" presId="urn:microsoft.com/office/officeart/2018/5/layout/IconCircleLabelList"/>
    <dgm:cxn modelId="{B03CF600-77B5-44DD-BE5B-8F3C38850709}" type="presParOf" srcId="{173370C8-7EBA-4AF7-B686-332DB8F3B1BD}" destId="{53B5145F-7B62-45FA-A662-C4A5941A6529}" srcOrd="1" destOrd="0" presId="urn:microsoft.com/office/officeart/2018/5/layout/IconCircleLabelList"/>
    <dgm:cxn modelId="{A6B80B3C-A1CD-498F-9EBE-89954CDE4980}" type="presParOf" srcId="{173370C8-7EBA-4AF7-B686-332DB8F3B1BD}" destId="{35FD1AAE-2F2C-47DF-AD2F-760206EF1E53}" srcOrd="2" destOrd="0" presId="urn:microsoft.com/office/officeart/2018/5/layout/IconCircleLabelList"/>
    <dgm:cxn modelId="{25D4884C-A370-4A27-8BF9-3101E0F96426}" type="presParOf" srcId="{173370C8-7EBA-4AF7-B686-332DB8F3B1BD}" destId="{D35B3D2A-A170-474C-A3DE-E26CDA7859B2}" srcOrd="3" destOrd="0" presId="urn:microsoft.com/office/officeart/2018/5/layout/IconCircleLabelList"/>
    <dgm:cxn modelId="{86F862B7-D23A-49E3-8147-CD3BFBA298CA}" type="presParOf" srcId="{36D844D7-908C-4DD9-B630-92828411192B}" destId="{6D2BAADE-D661-45E9-AE10-D96C3D14ED92}" srcOrd="5" destOrd="0" presId="urn:microsoft.com/office/officeart/2018/5/layout/IconCircleLabelList"/>
    <dgm:cxn modelId="{345FD7F0-96B4-47E7-8138-FE44AF783CB1}" type="presParOf" srcId="{36D844D7-908C-4DD9-B630-92828411192B}" destId="{9B5202FE-D418-437D-ADCB-E19B37C76961}" srcOrd="6" destOrd="0" presId="urn:microsoft.com/office/officeart/2018/5/layout/IconCircleLabelList"/>
    <dgm:cxn modelId="{ADFC6171-AF22-4F2F-8E30-5261D66AC2CD}" type="presParOf" srcId="{9B5202FE-D418-437D-ADCB-E19B37C76961}" destId="{FF1DA886-F804-4CEB-AADA-CC50DD9AFD96}" srcOrd="0" destOrd="0" presId="urn:microsoft.com/office/officeart/2018/5/layout/IconCircleLabelList"/>
    <dgm:cxn modelId="{3955B75B-CBB5-4237-A257-2C1DEC3E9D96}" type="presParOf" srcId="{9B5202FE-D418-437D-ADCB-E19B37C76961}" destId="{10310B30-D67A-488A-ABD9-806512DE3715}" srcOrd="1" destOrd="0" presId="urn:microsoft.com/office/officeart/2018/5/layout/IconCircleLabelList"/>
    <dgm:cxn modelId="{031DD1F7-ABA0-405E-A766-297C4FEF8B4F}" type="presParOf" srcId="{9B5202FE-D418-437D-ADCB-E19B37C76961}" destId="{1AD68831-83B6-4901-B2FF-C42BB0FCD861}" srcOrd="2" destOrd="0" presId="urn:microsoft.com/office/officeart/2018/5/layout/IconCircleLabelList"/>
    <dgm:cxn modelId="{41042B2D-5957-4530-B9AE-19F0AD03C148}" type="presParOf" srcId="{9B5202FE-D418-437D-ADCB-E19B37C76961}" destId="{45FF2B69-6349-46E3-8F98-7ABB264DB5B9}" srcOrd="3" destOrd="0" presId="urn:microsoft.com/office/officeart/2018/5/layout/IconCircleLabelList"/>
    <dgm:cxn modelId="{7F96723E-1566-4663-9D3B-D5DC8EC528E5}" type="presParOf" srcId="{36D844D7-908C-4DD9-B630-92828411192B}" destId="{161BC256-FD94-4131-9313-C04A1C0304E9}" srcOrd="7" destOrd="0" presId="urn:microsoft.com/office/officeart/2018/5/layout/IconCircleLabelList"/>
    <dgm:cxn modelId="{899A6118-836A-41F7-B147-9CBBA78ACFBD}" type="presParOf" srcId="{36D844D7-908C-4DD9-B630-92828411192B}" destId="{37860BE8-39D3-4B3A-B0A2-1EB40ADA1476}" srcOrd="8" destOrd="0" presId="urn:microsoft.com/office/officeart/2018/5/layout/IconCircleLabelList"/>
    <dgm:cxn modelId="{F6E16D33-7E59-4EFE-8988-2ECA34364082}" type="presParOf" srcId="{37860BE8-39D3-4B3A-B0A2-1EB40ADA1476}" destId="{40255314-AE02-45A0-8043-769F2DF04F2F}" srcOrd="0" destOrd="0" presId="urn:microsoft.com/office/officeart/2018/5/layout/IconCircleLabelList"/>
    <dgm:cxn modelId="{39ADA203-0712-4B46-B50F-CC9A18B860B7}" type="presParOf" srcId="{37860BE8-39D3-4B3A-B0A2-1EB40ADA1476}" destId="{BFF48CB9-0800-4716-94A9-F3952482A161}" srcOrd="1" destOrd="0" presId="urn:microsoft.com/office/officeart/2018/5/layout/IconCircleLabelList"/>
    <dgm:cxn modelId="{BAB5A6E7-987F-4EC4-A093-498DB48ECC86}" type="presParOf" srcId="{37860BE8-39D3-4B3A-B0A2-1EB40ADA1476}" destId="{346ADB36-7ED7-4A88-B2AF-97356B5EF40B}" srcOrd="2" destOrd="0" presId="urn:microsoft.com/office/officeart/2018/5/layout/IconCircleLabelList"/>
    <dgm:cxn modelId="{4B8AA12C-E21F-4369-8DFA-95F980940A26}" type="presParOf" srcId="{37860BE8-39D3-4B3A-B0A2-1EB40ADA1476}" destId="{255CDE7D-88C9-4B34-BBA7-9E26EA72D1C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098E55-A75A-4269-B191-E14533630D64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D480A51-A8D2-4587-8D98-77F073A39946}">
      <dgm:prSet phldrT="[Text]" custT="1"/>
      <dgm:spPr/>
      <dgm:t>
        <a:bodyPr/>
        <a:lstStyle/>
        <a:p>
          <a:r>
            <a:rPr lang="en-IN" sz="1600" dirty="0"/>
            <a:t>NASA POWER</a:t>
          </a:r>
        </a:p>
      </dgm:t>
    </dgm:pt>
    <dgm:pt modelId="{DEF40489-42F3-49E3-9426-6EE407057F77}" type="parTrans" cxnId="{45A74D72-86EC-4FBA-9D75-3339A0420179}">
      <dgm:prSet/>
      <dgm:spPr/>
      <dgm:t>
        <a:bodyPr/>
        <a:lstStyle/>
        <a:p>
          <a:endParaRPr lang="en-IN" sz="2000"/>
        </a:p>
      </dgm:t>
    </dgm:pt>
    <dgm:pt modelId="{F15F7033-AD76-4DC5-9E0E-70C8D01E7CA4}" type="sibTrans" cxnId="{45A74D72-86EC-4FBA-9D75-3339A0420179}">
      <dgm:prSet/>
      <dgm:spPr/>
      <dgm:t>
        <a:bodyPr/>
        <a:lstStyle/>
        <a:p>
          <a:endParaRPr lang="en-IN" sz="2000"/>
        </a:p>
      </dgm:t>
    </dgm:pt>
    <dgm:pt modelId="{C7C31531-8EDC-4DBC-9DA7-D510BBCBDE9B}">
      <dgm:prSet custT="1"/>
      <dgm:spPr/>
      <dgm:t>
        <a:bodyPr/>
        <a:lstStyle/>
        <a:p>
          <a:r>
            <a:rPr lang="en-IN" sz="1600" dirty="0"/>
            <a:t>Sentinel-5P (TROPOMI)</a:t>
          </a:r>
        </a:p>
      </dgm:t>
    </dgm:pt>
    <dgm:pt modelId="{046DE964-B0A1-4A9A-BBC7-6B0AD2F0512D}" type="parTrans" cxnId="{E739CB51-D864-4880-8C36-BAFD957DD6DE}">
      <dgm:prSet/>
      <dgm:spPr/>
      <dgm:t>
        <a:bodyPr/>
        <a:lstStyle/>
        <a:p>
          <a:endParaRPr lang="en-IN" sz="2000"/>
        </a:p>
      </dgm:t>
    </dgm:pt>
    <dgm:pt modelId="{7234F241-AE75-40DE-B43D-9353424DEB61}" type="sibTrans" cxnId="{E739CB51-D864-4880-8C36-BAFD957DD6DE}">
      <dgm:prSet/>
      <dgm:spPr/>
      <dgm:t>
        <a:bodyPr/>
        <a:lstStyle/>
        <a:p>
          <a:endParaRPr lang="en-IN" sz="2000"/>
        </a:p>
      </dgm:t>
    </dgm:pt>
    <dgm:pt modelId="{340F29F2-3EFD-478A-8472-474E2F34D8C8}">
      <dgm:prSet custT="1"/>
      <dgm:spPr/>
      <dgm:t>
        <a:bodyPr/>
        <a:lstStyle/>
        <a:p>
          <a:r>
            <a:rPr lang="en-IN" sz="1600" dirty="0"/>
            <a:t>SRTM DEM (USGS)</a:t>
          </a:r>
        </a:p>
      </dgm:t>
    </dgm:pt>
    <dgm:pt modelId="{453F97BD-EF5D-4150-BC64-F89F69CDE2B0}" type="parTrans" cxnId="{4F973EA9-E686-4EDA-9F6F-E9736D40564F}">
      <dgm:prSet/>
      <dgm:spPr/>
      <dgm:t>
        <a:bodyPr/>
        <a:lstStyle/>
        <a:p>
          <a:endParaRPr lang="en-IN" sz="2000"/>
        </a:p>
      </dgm:t>
    </dgm:pt>
    <dgm:pt modelId="{DD194D30-DEB9-40F6-BD8E-6BFEE1A189BD}" type="sibTrans" cxnId="{4F973EA9-E686-4EDA-9F6F-E9736D40564F}">
      <dgm:prSet/>
      <dgm:spPr/>
      <dgm:t>
        <a:bodyPr/>
        <a:lstStyle/>
        <a:p>
          <a:endParaRPr lang="en-IN" sz="2000"/>
        </a:p>
      </dgm:t>
    </dgm:pt>
    <dgm:pt modelId="{230CD3D6-24AD-4DF6-ABB8-A5C088BBC1F0}">
      <dgm:prSet custT="1"/>
      <dgm:spPr/>
      <dgm:t>
        <a:bodyPr/>
        <a:lstStyle/>
        <a:p>
          <a:r>
            <a:rPr lang="en-IN" sz="1600" dirty="0"/>
            <a:t>OpenStreetMap</a:t>
          </a:r>
        </a:p>
      </dgm:t>
    </dgm:pt>
    <dgm:pt modelId="{C9BDD3A3-72A4-4C60-857A-6E0BAD5446B0}" type="parTrans" cxnId="{B7623D6C-5501-4FE9-A925-952026DAA832}">
      <dgm:prSet/>
      <dgm:spPr/>
      <dgm:t>
        <a:bodyPr/>
        <a:lstStyle/>
        <a:p>
          <a:endParaRPr lang="en-IN" sz="2000"/>
        </a:p>
      </dgm:t>
    </dgm:pt>
    <dgm:pt modelId="{902E524F-35CA-40A8-AA51-CB8EB72024FC}" type="sibTrans" cxnId="{B7623D6C-5501-4FE9-A925-952026DAA832}">
      <dgm:prSet/>
      <dgm:spPr/>
      <dgm:t>
        <a:bodyPr/>
        <a:lstStyle/>
        <a:p>
          <a:endParaRPr lang="en-IN" sz="2000"/>
        </a:p>
      </dgm:t>
    </dgm:pt>
    <dgm:pt modelId="{76A85E1B-2C8C-42D5-AF5D-2C6D6A5A57BC}">
      <dgm:prSet custT="1"/>
      <dgm:spPr/>
      <dgm:t>
        <a:bodyPr/>
        <a:lstStyle/>
        <a:p>
          <a:r>
            <a:rPr lang="en-IN" sz="1600" dirty="0" err="1"/>
            <a:t>WorldPop</a:t>
          </a:r>
          <a:endParaRPr lang="en-IN" sz="1600" dirty="0"/>
        </a:p>
      </dgm:t>
    </dgm:pt>
    <dgm:pt modelId="{86F4D67A-2DBB-47E5-AA88-57B87A91ABEC}" type="parTrans" cxnId="{C53065D5-4CC3-415C-877F-BAA308566481}">
      <dgm:prSet/>
      <dgm:spPr/>
      <dgm:t>
        <a:bodyPr/>
        <a:lstStyle/>
        <a:p>
          <a:endParaRPr lang="en-IN" sz="2000"/>
        </a:p>
      </dgm:t>
    </dgm:pt>
    <dgm:pt modelId="{51C8A4E4-5C3A-4242-A2D3-CA35D0F43B03}" type="sibTrans" cxnId="{C53065D5-4CC3-415C-877F-BAA308566481}">
      <dgm:prSet/>
      <dgm:spPr/>
      <dgm:t>
        <a:bodyPr/>
        <a:lstStyle/>
        <a:p>
          <a:endParaRPr lang="en-IN" sz="2000"/>
        </a:p>
      </dgm:t>
    </dgm:pt>
    <dgm:pt modelId="{17B61705-D7D8-47A1-8C58-B5EDABB08243}">
      <dgm:prSet custT="1"/>
      <dgm:spPr/>
      <dgm:t>
        <a:bodyPr/>
        <a:lstStyle/>
        <a:p>
          <a:r>
            <a:rPr lang="en-IN" sz="1600" dirty="0"/>
            <a:t>CPCB AQI Portal</a:t>
          </a:r>
        </a:p>
      </dgm:t>
    </dgm:pt>
    <dgm:pt modelId="{3A2C8B52-9871-481B-AF99-11B6C18AD9DA}" type="parTrans" cxnId="{B1D3088E-8793-4FB2-8D1F-6794CD2D7F26}">
      <dgm:prSet/>
      <dgm:spPr/>
      <dgm:t>
        <a:bodyPr/>
        <a:lstStyle/>
        <a:p>
          <a:endParaRPr lang="en-IN" sz="2000"/>
        </a:p>
      </dgm:t>
    </dgm:pt>
    <dgm:pt modelId="{37F48087-28A6-4F48-9C5B-B02C4B658D6D}" type="sibTrans" cxnId="{B1D3088E-8793-4FB2-8D1F-6794CD2D7F26}">
      <dgm:prSet/>
      <dgm:spPr/>
      <dgm:t>
        <a:bodyPr/>
        <a:lstStyle/>
        <a:p>
          <a:endParaRPr lang="en-IN" sz="2000"/>
        </a:p>
      </dgm:t>
    </dgm:pt>
    <dgm:pt modelId="{B39B9D40-B28B-44A1-A37E-B61B58514BC5}">
      <dgm:prSet phldrT="[Text]" custT="1"/>
      <dgm:spPr/>
      <dgm:t>
        <a:bodyPr/>
        <a:lstStyle/>
        <a:p>
          <a:r>
            <a:rPr lang="en-IN" sz="1400" dirty="0"/>
            <a:t>Weather &amp; climate data</a:t>
          </a:r>
        </a:p>
      </dgm:t>
    </dgm:pt>
    <dgm:pt modelId="{27FE0597-F43B-4AE4-89FA-CDAE3C4F72B2}" type="parTrans" cxnId="{D2B4A327-D9D6-4ADE-8EEE-B8775A02578F}">
      <dgm:prSet/>
      <dgm:spPr/>
      <dgm:t>
        <a:bodyPr/>
        <a:lstStyle/>
        <a:p>
          <a:endParaRPr lang="en-IN" sz="2000"/>
        </a:p>
      </dgm:t>
    </dgm:pt>
    <dgm:pt modelId="{0189519C-D3E8-4C24-A9FB-251AF74D15EB}" type="sibTrans" cxnId="{D2B4A327-D9D6-4ADE-8EEE-B8775A02578F}">
      <dgm:prSet/>
      <dgm:spPr/>
      <dgm:t>
        <a:bodyPr/>
        <a:lstStyle/>
        <a:p>
          <a:endParaRPr lang="en-IN" sz="2000"/>
        </a:p>
      </dgm:t>
    </dgm:pt>
    <dgm:pt modelId="{5AAF8E2B-AAA6-4E13-A27C-3D9D7C4A0974}">
      <dgm:prSet custT="1"/>
      <dgm:spPr/>
      <dgm:t>
        <a:bodyPr/>
        <a:lstStyle/>
        <a:p>
          <a:r>
            <a:rPr lang="en-IN" sz="1400" dirty="0"/>
            <a:t>Air quality (NO₂)</a:t>
          </a:r>
        </a:p>
      </dgm:t>
    </dgm:pt>
    <dgm:pt modelId="{E136A26F-0AE5-4725-909F-A3F28507431D}" type="parTrans" cxnId="{0082C575-E455-4596-A882-555408CF9CA1}">
      <dgm:prSet/>
      <dgm:spPr/>
      <dgm:t>
        <a:bodyPr/>
        <a:lstStyle/>
        <a:p>
          <a:endParaRPr lang="en-IN" sz="2000"/>
        </a:p>
      </dgm:t>
    </dgm:pt>
    <dgm:pt modelId="{128DFF89-33FB-4AB8-A45D-B8CE9CC680F6}" type="sibTrans" cxnId="{0082C575-E455-4596-A882-555408CF9CA1}">
      <dgm:prSet/>
      <dgm:spPr/>
      <dgm:t>
        <a:bodyPr/>
        <a:lstStyle/>
        <a:p>
          <a:endParaRPr lang="en-IN" sz="2000"/>
        </a:p>
      </dgm:t>
    </dgm:pt>
    <dgm:pt modelId="{82C42CEA-5935-414D-9D92-3020FB73A478}">
      <dgm:prSet custT="1"/>
      <dgm:spPr/>
      <dgm:t>
        <a:bodyPr/>
        <a:lstStyle/>
        <a:p>
          <a:r>
            <a:rPr lang="en-IN" sz="1400" dirty="0"/>
            <a:t>Terrain/slope data</a:t>
          </a:r>
        </a:p>
      </dgm:t>
    </dgm:pt>
    <dgm:pt modelId="{F88F548E-EBD9-4C91-A6E0-8443E25884C0}" type="parTrans" cxnId="{1EEACBF2-E9D4-4485-B5D2-880FEE1667CF}">
      <dgm:prSet/>
      <dgm:spPr/>
      <dgm:t>
        <a:bodyPr/>
        <a:lstStyle/>
        <a:p>
          <a:endParaRPr lang="en-IN" sz="2000"/>
        </a:p>
      </dgm:t>
    </dgm:pt>
    <dgm:pt modelId="{9C2416F1-FA66-488C-8EDA-58AF7A3CF18D}" type="sibTrans" cxnId="{1EEACBF2-E9D4-4485-B5D2-880FEE1667CF}">
      <dgm:prSet/>
      <dgm:spPr/>
      <dgm:t>
        <a:bodyPr/>
        <a:lstStyle/>
        <a:p>
          <a:endParaRPr lang="en-IN" sz="2000"/>
        </a:p>
      </dgm:t>
    </dgm:pt>
    <dgm:pt modelId="{5F555AAD-6A00-4BD1-B82E-36DDFDA1839F}">
      <dgm:prSet custT="1"/>
      <dgm:spPr/>
      <dgm:t>
        <a:bodyPr/>
        <a:lstStyle/>
        <a:p>
          <a:r>
            <a:rPr lang="en-IN" sz="1400" dirty="0"/>
            <a:t>Roads, schools, hospitals</a:t>
          </a:r>
        </a:p>
      </dgm:t>
    </dgm:pt>
    <dgm:pt modelId="{CEECE781-BA5A-4162-A98F-AB77A8A09D28}" type="parTrans" cxnId="{BB918D3D-C147-41B5-998E-745497F9DBD8}">
      <dgm:prSet/>
      <dgm:spPr/>
      <dgm:t>
        <a:bodyPr/>
        <a:lstStyle/>
        <a:p>
          <a:endParaRPr lang="en-IN" sz="2000"/>
        </a:p>
      </dgm:t>
    </dgm:pt>
    <dgm:pt modelId="{4C535E3B-B1F2-4617-9181-48A484BDD61C}" type="sibTrans" cxnId="{BB918D3D-C147-41B5-998E-745497F9DBD8}">
      <dgm:prSet/>
      <dgm:spPr/>
      <dgm:t>
        <a:bodyPr/>
        <a:lstStyle/>
        <a:p>
          <a:endParaRPr lang="en-IN" sz="2000"/>
        </a:p>
      </dgm:t>
    </dgm:pt>
    <dgm:pt modelId="{887F5538-3BA9-46DB-BB52-B3BFF51EA792}">
      <dgm:prSet custT="1"/>
      <dgm:spPr/>
      <dgm:t>
        <a:bodyPr/>
        <a:lstStyle/>
        <a:p>
          <a:r>
            <a:rPr lang="en-IN" sz="1400" dirty="0"/>
            <a:t>Population density</a:t>
          </a:r>
        </a:p>
      </dgm:t>
    </dgm:pt>
    <dgm:pt modelId="{5789221C-6F45-4530-BAB4-AA5A02A29B86}" type="parTrans" cxnId="{BAD65F73-3E0B-46D4-8C14-EA3C2B825176}">
      <dgm:prSet/>
      <dgm:spPr/>
      <dgm:t>
        <a:bodyPr/>
        <a:lstStyle/>
        <a:p>
          <a:endParaRPr lang="en-IN" sz="2000"/>
        </a:p>
      </dgm:t>
    </dgm:pt>
    <dgm:pt modelId="{49DD72FB-7215-4C65-9BD3-B79F6F809EF5}" type="sibTrans" cxnId="{BAD65F73-3E0B-46D4-8C14-EA3C2B825176}">
      <dgm:prSet/>
      <dgm:spPr/>
      <dgm:t>
        <a:bodyPr/>
        <a:lstStyle/>
        <a:p>
          <a:endParaRPr lang="en-IN" sz="2000"/>
        </a:p>
      </dgm:t>
    </dgm:pt>
    <dgm:pt modelId="{136299D1-F8F6-480E-B28E-48DAE69E027F}">
      <dgm:prSet custT="1"/>
      <dgm:spPr/>
      <dgm:t>
        <a:bodyPr/>
        <a:lstStyle/>
        <a:p>
          <a:r>
            <a:rPr lang="en-IN" sz="1400" dirty="0"/>
            <a:t>Validation</a:t>
          </a:r>
        </a:p>
      </dgm:t>
    </dgm:pt>
    <dgm:pt modelId="{3543838B-288F-42B3-B9B1-41735CE5A97B}" type="parTrans" cxnId="{D181CD9D-1188-40F6-A553-594ACAD72E7F}">
      <dgm:prSet/>
      <dgm:spPr/>
      <dgm:t>
        <a:bodyPr/>
        <a:lstStyle/>
        <a:p>
          <a:endParaRPr lang="en-IN" sz="2000"/>
        </a:p>
      </dgm:t>
    </dgm:pt>
    <dgm:pt modelId="{34C34BC0-CFB5-42D3-8354-B10474B54708}" type="sibTrans" cxnId="{D181CD9D-1188-40F6-A553-594ACAD72E7F}">
      <dgm:prSet/>
      <dgm:spPr/>
      <dgm:t>
        <a:bodyPr/>
        <a:lstStyle/>
        <a:p>
          <a:endParaRPr lang="en-IN" sz="2000"/>
        </a:p>
      </dgm:t>
    </dgm:pt>
    <dgm:pt modelId="{A7247FA5-9898-48D9-82D3-55D957052DB4}" type="pres">
      <dgm:prSet presAssocID="{40098E55-A75A-4269-B191-E14533630D6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BCF504-F34C-49B0-A6E6-5DF5EAE9A5AF}" type="pres">
      <dgm:prSet presAssocID="{7D480A51-A8D2-4587-8D98-77F073A39946}" presName="root" presStyleCnt="0"/>
      <dgm:spPr/>
    </dgm:pt>
    <dgm:pt modelId="{3CAC884E-D62C-418F-8E79-EFD96C0A5778}" type="pres">
      <dgm:prSet presAssocID="{7D480A51-A8D2-4587-8D98-77F073A39946}" presName="rootComposite" presStyleCnt="0"/>
      <dgm:spPr/>
    </dgm:pt>
    <dgm:pt modelId="{842F6BBE-4F52-4215-BFED-C0717E2C74D1}" type="pres">
      <dgm:prSet presAssocID="{7D480A51-A8D2-4587-8D98-77F073A39946}" presName="rootText" presStyleLbl="node1" presStyleIdx="0" presStyleCnt="6" custScaleX="112590" custLinFactX="13732" custLinFactY="-100000" custLinFactNeighborX="100000" custLinFactNeighborY="-129537"/>
      <dgm:spPr/>
    </dgm:pt>
    <dgm:pt modelId="{9BEFE69A-6AFC-418B-A015-A54DFA7B8CB9}" type="pres">
      <dgm:prSet presAssocID="{7D480A51-A8D2-4587-8D98-77F073A39946}" presName="rootConnector" presStyleLbl="node1" presStyleIdx="0" presStyleCnt="6"/>
      <dgm:spPr/>
    </dgm:pt>
    <dgm:pt modelId="{2CC84B53-367D-4B36-B530-49F7D9B066A3}" type="pres">
      <dgm:prSet presAssocID="{7D480A51-A8D2-4587-8D98-77F073A39946}" presName="childShape" presStyleCnt="0"/>
      <dgm:spPr/>
    </dgm:pt>
    <dgm:pt modelId="{B951F93F-FE41-443A-8215-8AA713F1CDCC}" type="pres">
      <dgm:prSet presAssocID="{27FE0597-F43B-4AE4-89FA-CDAE3C4F72B2}" presName="Name13" presStyleLbl="parChTrans1D2" presStyleIdx="0" presStyleCnt="6"/>
      <dgm:spPr/>
    </dgm:pt>
    <dgm:pt modelId="{4B347CD6-9D92-453A-9841-54ACAF7D034E}" type="pres">
      <dgm:prSet presAssocID="{B39B9D40-B28B-44A1-A37E-B61B58514BC5}" presName="childText" presStyleLbl="bgAcc1" presStyleIdx="0" presStyleCnt="6" custLinFactX="42164" custLinFactY="-100000" custLinFactNeighborX="100000" custLinFactNeighborY="-129537">
        <dgm:presLayoutVars>
          <dgm:bulletEnabled val="1"/>
        </dgm:presLayoutVars>
      </dgm:prSet>
      <dgm:spPr/>
    </dgm:pt>
    <dgm:pt modelId="{B023CCB9-A7E1-432E-952D-E2A3BBF0E125}" type="pres">
      <dgm:prSet presAssocID="{C7C31531-8EDC-4DBC-9DA7-D510BBCBDE9B}" presName="root" presStyleCnt="0"/>
      <dgm:spPr/>
    </dgm:pt>
    <dgm:pt modelId="{7E381244-6F23-4A54-9513-0AAB514BF11F}" type="pres">
      <dgm:prSet presAssocID="{C7C31531-8EDC-4DBC-9DA7-D510BBCBDE9B}" presName="rootComposite" presStyleCnt="0"/>
      <dgm:spPr/>
    </dgm:pt>
    <dgm:pt modelId="{55895D68-1D87-4D87-ABEB-1B81AC982998}" type="pres">
      <dgm:prSet presAssocID="{C7C31531-8EDC-4DBC-9DA7-D510BBCBDE9B}" presName="rootText" presStyleLbl="node1" presStyleIdx="1" presStyleCnt="6" custLinFactX="83090" custLinFactY="-100000" custLinFactNeighborX="100000" custLinFactNeighborY="-129537"/>
      <dgm:spPr/>
    </dgm:pt>
    <dgm:pt modelId="{6A88B82B-65A6-4F00-BA4D-EBA9811E30F0}" type="pres">
      <dgm:prSet presAssocID="{C7C31531-8EDC-4DBC-9DA7-D510BBCBDE9B}" presName="rootConnector" presStyleLbl="node1" presStyleIdx="1" presStyleCnt="6"/>
      <dgm:spPr/>
    </dgm:pt>
    <dgm:pt modelId="{1E7A1659-6D5D-487D-832E-10A5712EAA74}" type="pres">
      <dgm:prSet presAssocID="{C7C31531-8EDC-4DBC-9DA7-D510BBCBDE9B}" presName="childShape" presStyleCnt="0"/>
      <dgm:spPr/>
    </dgm:pt>
    <dgm:pt modelId="{EBA7E1E4-3D86-4633-B1E8-39C576082653}" type="pres">
      <dgm:prSet presAssocID="{E136A26F-0AE5-4725-909F-A3F28507431D}" presName="Name13" presStyleLbl="parChTrans1D2" presStyleIdx="1" presStyleCnt="6"/>
      <dgm:spPr/>
    </dgm:pt>
    <dgm:pt modelId="{6B1E49C0-7247-4B04-B255-9761356BEAA6}" type="pres">
      <dgm:prSet presAssocID="{5AAF8E2B-AAA6-4E13-A27C-3D9D7C4A0974}" presName="childText" presStyleLbl="bgAcc1" presStyleIdx="1" presStyleCnt="6" custLinFactX="100000" custLinFactY="-100000" custLinFactNeighborX="128863" custLinFactNeighborY="-129537">
        <dgm:presLayoutVars>
          <dgm:bulletEnabled val="1"/>
        </dgm:presLayoutVars>
      </dgm:prSet>
      <dgm:spPr/>
    </dgm:pt>
    <dgm:pt modelId="{DC0CCDD0-3953-48B4-A705-AB277E18D503}" type="pres">
      <dgm:prSet presAssocID="{340F29F2-3EFD-478A-8472-474E2F34D8C8}" presName="root" presStyleCnt="0"/>
      <dgm:spPr/>
    </dgm:pt>
    <dgm:pt modelId="{B37D3E49-D316-475C-80A6-E2758FB8A665}" type="pres">
      <dgm:prSet presAssocID="{340F29F2-3EFD-478A-8472-474E2F34D8C8}" presName="rootComposite" presStyleCnt="0"/>
      <dgm:spPr/>
    </dgm:pt>
    <dgm:pt modelId="{2518EAA9-055C-4BC3-B09A-A14B771482AB}" type="pres">
      <dgm:prSet presAssocID="{340F29F2-3EFD-478A-8472-474E2F34D8C8}" presName="rootText" presStyleLbl="node1" presStyleIdx="2" presStyleCnt="6" custLinFactX="100000" custLinFactY="-100000" custLinFactNeighborX="142714" custLinFactNeighborY="-130348"/>
      <dgm:spPr/>
    </dgm:pt>
    <dgm:pt modelId="{29D05E10-201A-499A-964C-91C6D9823AFF}" type="pres">
      <dgm:prSet presAssocID="{340F29F2-3EFD-478A-8472-474E2F34D8C8}" presName="rootConnector" presStyleLbl="node1" presStyleIdx="2" presStyleCnt="6"/>
      <dgm:spPr/>
    </dgm:pt>
    <dgm:pt modelId="{AE043D7A-A432-4054-9926-3034A820333A}" type="pres">
      <dgm:prSet presAssocID="{340F29F2-3EFD-478A-8472-474E2F34D8C8}" presName="childShape" presStyleCnt="0"/>
      <dgm:spPr/>
    </dgm:pt>
    <dgm:pt modelId="{7B1C1619-2A1E-43AB-97D4-0F82066A3BD2}" type="pres">
      <dgm:prSet presAssocID="{F88F548E-EBD9-4C91-A6E0-8443E25884C0}" presName="Name13" presStyleLbl="parChTrans1D2" presStyleIdx="2" presStyleCnt="6"/>
      <dgm:spPr/>
    </dgm:pt>
    <dgm:pt modelId="{7BA7A546-D6A3-4F92-AEEA-FAB2D67EF92A}" type="pres">
      <dgm:prSet presAssocID="{82C42CEA-5935-414D-9D92-3020FB73A478}" presName="childText" presStyleLbl="bgAcc1" presStyleIdx="2" presStyleCnt="6" custLinFactX="103393" custLinFactY="-100000" custLinFactNeighborX="200000" custLinFactNeighborY="-130348">
        <dgm:presLayoutVars>
          <dgm:bulletEnabled val="1"/>
        </dgm:presLayoutVars>
      </dgm:prSet>
      <dgm:spPr/>
    </dgm:pt>
    <dgm:pt modelId="{CC2DBCE6-4A8B-45AD-AC0A-F1CA0ADF338D}" type="pres">
      <dgm:prSet presAssocID="{230CD3D6-24AD-4DF6-ABB8-A5C088BBC1F0}" presName="root" presStyleCnt="0"/>
      <dgm:spPr/>
    </dgm:pt>
    <dgm:pt modelId="{01E512FE-F1B6-4A93-8B88-E0959184CA9F}" type="pres">
      <dgm:prSet presAssocID="{230CD3D6-24AD-4DF6-ABB8-A5C088BBC1F0}" presName="rootComposite" presStyleCnt="0"/>
      <dgm:spPr/>
    </dgm:pt>
    <dgm:pt modelId="{81AF2157-9EC6-4EF2-8C88-7C54165CE0E4}" type="pres">
      <dgm:prSet presAssocID="{230CD3D6-24AD-4DF6-ABB8-A5C088BBC1F0}" presName="rootText" presStyleLbl="node1" presStyleIdx="3" presStyleCnt="6" custScaleX="118508" custLinFactX="-100000" custLinFactY="53717" custLinFactNeighborX="-156859" custLinFactNeighborY="100000"/>
      <dgm:spPr/>
    </dgm:pt>
    <dgm:pt modelId="{DFC92B07-A666-4B70-ACDB-5C80B17B9133}" type="pres">
      <dgm:prSet presAssocID="{230CD3D6-24AD-4DF6-ABB8-A5C088BBC1F0}" presName="rootConnector" presStyleLbl="node1" presStyleIdx="3" presStyleCnt="6"/>
      <dgm:spPr/>
    </dgm:pt>
    <dgm:pt modelId="{13D003D8-4832-4744-9E9E-0EA75D010B2E}" type="pres">
      <dgm:prSet presAssocID="{230CD3D6-24AD-4DF6-ABB8-A5C088BBC1F0}" presName="childShape" presStyleCnt="0"/>
      <dgm:spPr/>
    </dgm:pt>
    <dgm:pt modelId="{16DD9F30-2BED-4BE9-80BF-49517B4C8714}" type="pres">
      <dgm:prSet presAssocID="{CEECE781-BA5A-4162-A98F-AB77A8A09D28}" presName="Name13" presStyleLbl="parChTrans1D2" presStyleIdx="3" presStyleCnt="6"/>
      <dgm:spPr/>
    </dgm:pt>
    <dgm:pt modelId="{B51A0F76-C03A-4773-B77B-98CDCEBC9DB6}" type="pres">
      <dgm:prSet presAssocID="{5F555AAD-6A00-4BD1-B82E-36DDFDA1839F}" presName="childText" presStyleLbl="bgAcc1" presStyleIdx="3" presStyleCnt="6" custLinFactX="-121074" custLinFactY="53717" custLinFactNeighborX="-200000" custLinFactNeighborY="100000">
        <dgm:presLayoutVars>
          <dgm:bulletEnabled val="1"/>
        </dgm:presLayoutVars>
      </dgm:prSet>
      <dgm:spPr/>
    </dgm:pt>
    <dgm:pt modelId="{7D7D9531-F4CB-4C5F-B47D-E83EBBC2BCE9}" type="pres">
      <dgm:prSet presAssocID="{76A85E1B-2C8C-42D5-AF5D-2C6D6A5A57BC}" presName="root" presStyleCnt="0"/>
      <dgm:spPr/>
    </dgm:pt>
    <dgm:pt modelId="{8D25140B-0E14-4EFC-BCA2-5871C6250009}" type="pres">
      <dgm:prSet presAssocID="{76A85E1B-2C8C-42D5-AF5D-2C6D6A5A57BC}" presName="rootComposite" presStyleCnt="0"/>
      <dgm:spPr/>
    </dgm:pt>
    <dgm:pt modelId="{2658CFD7-E116-49A0-9DB3-33C3289A5017}" type="pres">
      <dgm:prSet presAssocID="{76A85E1B-2C8C-42D5-AF5D-2C6D6A5A57BC}" presName="rootText" presStyleLbl="node1" presStyleIdx="4" presStyleCnt="6" custLinFactX="-87500" custLinFactY="53717" custLinFactNeighborX="-100000" custLinFactNeighborY="100000"/>
      <dgm:spPr/>
    </dgm:pt>
    <dgm:pt modelId="{F8EBB47E-9506-4171-AD5A-119C875011B5}" type="pres">
      <dgm:prSet presAssocID="{76A85E1B-2C8C-42D5-AF5D-2C6D6A5A57BC}" presName="rootConnector" presStyleLbl="node1" presStyleIdx="4" presStyleCnt="6"/>
      <dgm:spPr/>
    </dgm:pt>
    <dgm:pt modelId="{7453E64E-FB47-47DD-B516-EE83E915B28F}" type="pres">
      <dgm:prSet presAssocID="{76A85E1B-2C8C-42D5-AF5D-2C6D6A5A57BC}" presName="childShape" presStyleCnt="0"/>
      <dgm:spPr/>
    </dgm:pt>
    <dgm:pt modelId="{A40636B6-8BB7-4B41-AA9A-E06FDCEE2952}" type="pres">
      <dgm:prSet presAssocID="{5789221C-6F45-4530-BAB4-AA5A02A29B86}" presName="Name13" presStyleLbl="parChTrans1D2" presStyleIdx="4" presStyleCnt="6"/>
      <dgm:spPr/>
    </dgm:pt>
    <dgm:pt modelId="{0BC63DE7-2A7D-45E6-A5D7-15DA369FB200}" type="pres">
      <dgm:prSet presAssocID="{887F5538-3BA9-46DB-BB52-B3BFF51EA792}" presName="childText" presStyleLbl="bgAcc1" presStyleIdx="4" presStyleCnt="6" custLinFactX="-100000" custLinFactY="53717" custLinFactNeighborX="-134375" custLinFactNeighborY="100000">
        <dgm:presLayoutVars>
          <dgm:bulletEnabled val="1"/>
        </dgm:presLayoutVars>
      </dgm:prSet>
      <dgm:spPr/>
    </dgm:pt>
    <dgm:pt modelId="{1EF6A5D8-469C-491F-85B1-2DF73CC7C100}" type="pres">
      <dgm:prSet presAssocID="{17B61705-D7D8-47A1-8C58-B5EDABB08243}" presName="root" presStyleCnt="0"/>
      <dgm:spPr/>
    </dgm:pt>
    <dgm:pt modelId="{5573F37B-73AD-4380-86CD-C1B02E75E6CF}" type="pres">
      <dgm:prSet presAssocID="{17B61705-D7D8-47A1-8C58-B5EDABB08243}" presName="rootComposite" presStyleCnt="0"/>
      <dgm:spPr/>
    </dgm:pt>
    <dgm:pt modelId="{02B11247-5AF6-4E6F-AAA8-78E83B17E0A1}" type="pres">
      <dgm:prSet presAssocID="{17B61705-D7D8-47A1-8C58-B5EDABB08243}" presName="rootText" presStyleLbl="node1" presStyleIdx="5" presStyleCnt="6" custLinFactX="-27876" custLinFactY="52906" custLinFactNeighborX="-100000" custLinFactNeighborY="100000"/>
      <dgm:spPr/>
    </dgm:pt>
    <dgm:pt modelId="{7B16369A-A741-4098-BC13-98850DD725D0}" type="pres">
      <dgm:prSet presAssocID="{17B61705-D7D8-47A1-8C58-B5EDABB08243}" presName="rootConnector" presStyleLbl="node1" presStyleIdx="5" presStyleCnt="6"/>
      <dgm:spPr/>
    </dgm:pt>
    <dgm:pt modelId="{0B0C8EDF-C857-4720-A368-2C1DF4F9FE42}" type="pres">
      <dgm:prSet presAssocID="{17B61705-D7D8-47A1-8C58-B5EDABB08243}" presName="childShape" presStyleCnt="0"/>
      <dgm:spPr/>
    </dgm:pt>
    <dgm:pt modelId="{87032D71-1624-440C-9C64-36C5D9639D7F}" type="pres">
      <dgm:prSet presAssocID="{3543838B-288F-42B3-B9B1-41735CE5A97B}" presName="Name13" presStyleLbl="parChTrans1D2" presStyleIdx="5" presStyleCnt="6"/>
      <dgm:spPr/>
    </dgm:pt>
    <dgm:pt modelId="{37C7A004-9FEB-4ED6-AE89-CF1F1D892BC5}" type="pres">
      <dgm:prSet presAssocID="{136299D1-F8F6-480E-B28E-48DAE69E027F}" presName="childText" presStyleLbl="bgAcc1" presStyleIdx="5" presStyleCnt="6" custLinFactX="-59845" custLinFactY="52906" custLinFactNeighborX="-100000" custLinFactNeighborY="100000">
        <dgm:presLayoutVars>
          <dgm:bulletEnabled val="1"/>
        </dgm:presLayoutVars>
      </dgm:prSet>
      <dgm:spPr/>
    </dgm:pt>
  </dgm:ptLst>
  <dgm:cxnLst>
    <dgm:cxn modelId="{7EBEEB13-3D8A-48FF-8CD2-EC35A14C7491}" type="presOf" srcId="{340F29F2-3EFD-478A-8472-474E2F34D8C8}" destId="{29D05E10-201A-499A-964C-91C6D9823AFF}" srcOrd="1" destOrd="0" presId="urn:microsoft.com/office/officeart/2005/8/layout/hierarchy3"/>
    <dgm:cxn modelId="{68489D14-1CAD-46BE-B8AF-C87657EF4305}" type="presOf" srcId="{5AAF8E2B-AAA6-4E13-A27C-3D9D7C4A0974}" destId="{6B1E49C0-7247-4B04-B255-9761356BEAA6}" srcOrd="0" destOrd="0" presId="urn:microsoft.com/office/officeart/2005/8/layout/hierarchy3"/>
    <dgm:cxn modelId="{EBA7F920-7844-415A-A597-6A1CEE1A2285}" type="presOf" srcId="{CEECE781-BA5A-4162-A98F-AB77A8A09D28}" destId="{16DD9F30-2BED-4BE9-80BF-49517B4C8714}" srcOrd="0" destOrd="0" presId="urn:microsoft.com/office/officeart/2005/8/layout/hierarchy3"/>
    <dgm:cxn modelId="{D2B4A327-D9D6-4ADE-8EEE-B8775A02578F}" srcId="{7D480A51-A8D2-4587-8D98-77F073A39946}" destId="{B39B9D40-B28B-44A1-A37E-B61B58514BC5}" srcOrd="0" destOrd="0" parTransId="{27FE0597-F43B-4AE4-89FA-CDAE3C4F72B2}" sibTransId="{0189519C-D3E8-4C24-A9FB-251AF74D15EB}"/>
    <dgm:cxn modelId="{A5529732-3918-4E16-9E63-0818DD6D2149}" type="presOf" srcId="{7D480A51-A8D2-4587-8D98-77F073A39946}" destId="{842F6BBE-4F52-4215-BFED-C0717E2C74D1}" srcOrd="0" destOrd="0" presId="urn:microsoft.com/office/officeart/2005/8/layout/hierarchy3"/>
    <dgm:cxn modelId="{59F8BF37-6B46-40ED-97F4-4D65D880E714}" type="presOf" srcId="{C7C31531-8EDC-4DBC-9DA7-D510BBCBDE9B}" destId="{55895D68-1D87-4D87-ABEB-1B81AC982998}" srcOrd="0" destOrd="0" presId="urn:microsoft.com/office/officeart/2005/8/layout/hierarchy3"/>
    <dgm:cxn modelId="{20AA0838-3C38-4DBD-8E87-472A16E62A6E}" type="presOf" srcId="{230CD3D6-24AD-4DF6-ABB8-A5C088BBC1F0}" destId="{81AF2157-9EC6-4EF2-8C88-7C54165CE0E4}" srcOrd="0" destOrd="0" presId="urn:microsoft.com/office/officeart/2005/8/layout/hierarchy3"/>
    <dgm:cxn modelId="{BB918D3D-C147-41B5-998E-745497F9DBD8}" srcId="{230CD3D6-24AD-4DF6-ABB8-A5C088BBC1F0}" destId="{5F555AAD-6A00-4BD1-B82E-36DDFDA1839F}" srcOrd="0" destOrd="0" parTransId="{CEECE781-BA5A-4162-A98F-AB77A8A09D28}" sibTransId="{4C535E3B-B1F2-4617-9181-48A484BDD61C}"/>
    <dgm:cxn modelId="{0872C25C-6EFD-4A42-B820-AC1263589739}" type="presOf" srcId="{17B61705-D7D8-47A1-8C58-B5EDABB08243}" destId="{7B16369A-A741-4098-BC13-98850DD725D0}" srcOrd="1" destOrd="0" presId="urn:microsoft.com/office/officeart/2005/8/layout/hierarchy3"/>
    <dgm:cxn modelId="{7CC0CB61-47AA-4D4F-A452-17439BD391E4}" type="presOf" srcId="{5789221C-6F45-4530-BAB4-AA5A02A29B86}" destId="{A40636B6-8BB7-4B41-AA9A-E06FDCEE2952}" srcOrd="0" destOrd="0" presId="urn:microsoft.com/office/officeart/2005/8/layout/hierarchy3"/>
    <dgm:cxn modelId="{61768764-D525-4279-96F3-45128F48C3A9}" type="presOf" srcId="{5F555AAD-6A00-4BD1-B82E-36DDFDA1839F}" destId="{B51A0F76-C03A-4773-B77B-98CDCEBC9DB6}" srcOrd="0" destOrd="0" presId="urn:microsoft.com/office/officeart/2005/8/layout/hierarchy3"/>
    <dgm:cxn modelId="{5672E064-A262-4941-A520-9DFC839FF112}" type="presOf" srcId="{136299D1-F8F6-480E-B28E-48DAE69E027F}" destId="{37C7A004-9FEB-4ED6-AE89-CF1F1D892BC5}" srcOrd="0" destOrd="0" presId="urn:microsoft.com/office/officeart/2005/8/layout/hierarchy3"/>
    <dgm:cxn modelId="{4A55094A-CAFE-46AC-A24F-433176C67260}" type="presOf" srcId="{F88F548E-EBD9-4C91-A6E0-8443E25884C0}" destId="{7B1C1619-2A1E-43AB-97D4-0F82066A3BD2}" srcOrd="0" destOrd="0" presId="urn:microsoft.com/office/officeart/2005/8/layout/hierarchy3"/>
    <dgm:cxn modelId="{B7623D6C-5501-4FE9-A925-952026DAA832}" srcId="{40098E55-A75A-4269-B191-E14533630D64}" destId="{230CD3D6-24AD-4DF6-ABB8-A5C088BBC1F0}" srcOrd="3" destOrd="0" parTransId="{C9BDD3A3-72A4-4C60-857A-6E0BAD5446B0}" sibTransId="{902E524F-35CA-40A8-AA51-CB8EB72024FC}"/>
    <dgm:cxn modelId="{A4E1116D-C6AC-4941-9D5B-4DC2B1005669}" type="presOf" srcId="{B39B9D40-B28B-44A1-A37E-B61B58514BC5}" destId="{4B347CD6-9D92-453A-9841-54ACAF7D034E}" srcOrd="0" destOrd="0" presId="urn:microsoft.com/office/officeart/2005/8/layout/hierarchy3"/>
    <dgm:cxn modelId="{E739CB51-D864-4880-8C36-BAFD957DD6DE}" srcId="{40098E55-A75A-4269-B191-E14533630D64}" destId="{C7C31531-8EDC-4DBC-9DA7-D510BBCBDE9B}" srcOrd="1" destOrd="0" parTransId="{046DE964-B0A1-4A9A-BBC7-6B0AD2F0512D}" sibTransId="{7234F241-AE75-40DE-B43D-9353424DEB61}"/>
    <dgm:cxn modelId="{45A74D72-86EC-4FBA-9D75-3339A0420179}" srcId="{40098E55-A75A-4269-B191-E14533630D64}" destId="{7D480A51-A8D2-4587-8D98-77F073A39946}" srcOrd="0" destOrd="0" parTransId="{DEF40489-42F3-49E3-9426-6EE407057F77}" sibTransId="{F15F7033-AD76-4DC5-9E0E-70C8D01E7CA4}"/>
    <dgm:cxn modelId="{BAD65F73-3E0B-46D4-8C14-EA3C2B825176}" srcId="{76A85E1B-2C8C-42D5-AF5D-2C6D6A5A57BC}" destId="{887F5538-3BA9-46DB-BB52-B3BFF51EA792}" srcOrd="0" destOrd="0" parTransId="{5789221C-6F45-4530-BAB4-AA5A02A29B86}" sibTransId="{49DD72FB-7215-4C65-9BD3-B79F6F809EF5}"/>
    <dgm:cxn modelId="{0082C575-E455-4596-A882-555408CF9CA1}" srcId="{C7C31531-8EDC-4DBC-9DA7-D510BBCBDE9B}" destId="{5AAF8E2B-AAA6-4E13-A27C-3D9D7C4A0974}" srcOrd="0" destOrd="0" parTransId="{E136A26F-0AE5-4725-909F-A3F28507431D}" sibTransId="{128DFF89-33FB-4AB8-A45D-B8CE9CC680F6}"/>
    <dgm:cxn modelId="{F934497C-734A-4634-809E-EA996E55BE28}" type="presOf" srcId="{230CD3D6-24AD-4DF6-ABB8-A5C088BBC1F0}" destId="{DFC92B07-A666-4B70-ACDB-5C80B17B9133}" srcOrd="1" destOrd="0" presId="urn:microsoft.com/office/officeart/2005/8/layout/hierarchy3"/>
    <dgm:cxn modelId="{2F991E7E-B9C9-41D8-BF11-0952E0B2F3B5}" type="presOf" srcId="{76A85E1B-2C8C-42D5-AF5D-2C6D6A5A57BC}" destId="{F8EBB47E-9506-4171-AD5A-119C875011B5}" srcOrd="1" destOrd="0" presId="urn:microsoft.com/office/officeart/2005/8/layout/hierarchy3"/>
    <dgm:cxn modelId="{57104D88-7978-4B9A-8B66-B696A9300F80}" type="presOf" srcId="{17B61705-D7D8-47A1-8C58-B5EDABB08243}" destId="{02B11247-5AF6-4E6F-AAA8-78E83B17E0A1}" srcOrd="0" destOrd="0" presId="urn:microsoft.com/office/officeart/2005/8/layout/hierarchy3"/>
    <dgm:cxn modelId="{B1D3088E-8793-4FB2-8D1F-6794CD2D7F26}" srcId="{40098E55-A75A-4269-B191-E14533630D64}" destId="{17B61705-D7D8-47A1-8C58-B5EDABB08243}" srcOrd="5" destOrd="0" parTransId="{3A2C8B52-9871-481B-AF99-11B6C18AD9DA}" sibTransId="{37F48087-28A6-4F48-9C5B-B02C4B658D6D}"/>
    <dgm:cxn modelId="{614F3F8E-5711-4EF7-9D47-78C6A66A455D}" type="presOf" srcId="{76A85E1B-2C8C-42D5-AF5D-2C6D6A5A57BC}" destId="{2658CFD7-E116-49A0-9DB3-33C3289A5017}" srcOrd="0" destOrd="0" presId="urn:microsoft.com/office/officeart/2005/8/layout/hierarchy3"/>
    <dgm:cxn modelId="{5718299C-C5E9-4496-AA06-E64ACD13B83C}" type="presOf" srcId="{E136A26F-0AE5-4725-909F-A3F28507431D}" destId="{EBA7E1E4-3D86-4633-B1E8-39C576082653}" srcOrd="0" destOrd="0" presId="urn:microsoft.com/office/officeart/2005/8/layout/hierarchy3"/>
    <dgm:cxn modelId="{D181CD9D-1188-40F6-A553-594ACAD72E7F}" srcId="{17B61705-D7D8-47A1-8C58-B5EDABB08243}" destId="{136299D1-F8F6-480E-B28E-48DAE69E027F}" srcOrd="0" destOrd="0" parTransId="{3543838B-288F-42B3-B9B1-41735CE5A97B}" sibTransId="{34C34BC0-CFB5-42D3-8354-B10474B54708}"/>
    <dgm:cxn modelId="{B405A7A1-78B5-4940-A7EB-BFE196E19E4E}" type="presOf" srcId="{7D480A51-A8D2-4587-8D98-77F073A39946}" destId="{9BEFE69A-6AFC-418B-A015-A54DFA7B8CB9}" srcOrd="1" destOrd="0" presId="urn:microsoft.com/office/officeart/2005/8/layout/hierarchy3"/>
    <dgm:cxn modelId="{4F973EA9-E686-4EDA-9F6F-E9736D40564F}" srcId="{40098E55-A75A-4269-B191-E14533630D64}" destId="{340F29F2-3EFD-478A-8472-474E2F34D8C8}" srcOrd="2" destOrd="0" parTransId="{453F97BD-EF5D-4150-BC64-F89F69CDE2B0}" sibTransId="{DD194D30-DEB9-40F6-BD8E-6BFEE1A189BD}"/>
    <dgm:cxn modelId="{B7F644B3-56D5-4AFD-8799-E76811D4DBF9}" type="presOf" srcId="{27FE0597-F43B-4AE4-89FA-CDAE3C4F72B2}" destId="{B951F93F-FE41-443A-8215-8AA713F1CDCC}" srcOrd="0" destOrd="0" presId="urn:microsoft.com/office/officeart/2005/8/layout/hierarchy3"/>
    <dgm:cxn modelId="{CAC0D8BB-A0BC-4822-9349-8F2D8215A8AB}" type="presOf" srcId="{82C42CEA-5935-414D-9D92-3020FB73A478}" destId="{7BA7A546-D6A3-4F92-AEEA-FAB2D67EF92A}" srcOrd="0" destOrd="0" presId="urn:microsoft.com/office/officeart/2005/8/layout/hierarchy3"/>
    <dgm:cxn modelId="{AAEB82C1-1BB4-4944-85F0-85D3BDC499ED}" type="presOf" srcId="{887F5538-3BA9-46DB-BB52-B3BFF51EA792}" destId="{0BC63DE7-2A7D-45E6-A5D7-15DA369FB200}" srcOrd="0" destOrd="0" presId="urn:microsoft.com/office/officeart/2005/8/layout/hierarchy3"/>
    <dgm:cxn modelId="{41FD0ECE-3219-4335-A249-5C3E8F3050F0}" type="presOf" srcId="{340F29F2-3EFD-478A-8472-474E2F34D8C8}" destId="{2518EAA9-055C-4BC3-B09A-A14B771482AB}" srcOrd="0" destOrd="0" presId="urn:microsoft.com/office/officeart/2005/8/layout/hierarchy3"/>
    <dgm:cxn modelId="{33CE1FD5-68E3-450E-9FC0-2F90FCE3F683}" type="presOf" srcId="{40098E55-A75A-4269-B191-E14533630D64}" destId="{A7247FA5-9898-48D9-82D3-55D957052DB4}" srcOrd="0" destOrd="0" presId="urn:microsoft.com/office/officeart/2005/8/layout/hierarchy3"/>
    <dgm:cxn modelId="{C53065D5-4CC3-415C-877F-BAA308566481}" srcId="{40098E55-A75A-4269-B191-E14533630D64}" destId="{76A85E1B-2C8C-42D5-AF5D-2C6D6A5A57BC}" srcOrd="4" destOrd="0" parTransId="{86F4D67A-2DBB-47E5-AA88-57B87A91ABEC}" sibTransId="{51C8A4E4-5C3A-4242-A2D3-CA35D0F43B03}"/>
    <dgm:cxn modelId="{0D7BD7ED-CFB2-42E7-9304-B9DA332B65FA}" type="presOf" srcId="{C7C31531-8EDC-4DBC-9DA7-D510BBCBDE9B}" destId="{6A88B82B-65A6-4F00-BA4D-EBA9811E30F0}" srcOrd="1" destOrd="0" presId="urn:microsoft.com/office/officeart/2005/8/layout/hierarchy3"/>
    <dgm:cxn modelId="{0BC8B0F0-9AC5-42BF-8BC5-DA10874CCB10}" type="presOf" srcId="{3543838B-288F-42B3-B9B1-41735CE5A97B}" destId="{87032D71-1624-440C-9C64-36C5D9639D7F}" srcOrd="0" destOrd="0" presId="urn:microsoft.com/office/officeart/2005/8/layout/hierarchy3"/>
    <dgm:cxn modelId="{1EEACBF2-E9D4-4485-B5D2-880FEE1667CF}" srcId="{340F29F2-3EFD-478A-8472-474E2F34D8C8}" destId="{82C42CEA-5935-414D-9D92-3020FB73A478}" srcOrd="0" destOrd="0" parTransId="{F88F548E-EBD9-4C91-A6E0-8443E25884C0}" sibTransId="{9C2416F1-FA66-488C-8EDA-58AF7A3CF18D}"/>
    <dgm:cxn modelId="{2ABC8C0C-6BEA-4318-8A3B-3C3B8DD4AFFF}" type="presParOf" srcId="{A7247FA5-9898-48D9-82D3-55D957052DB4}" destId="{D4BCF504-F34C-49B0-A6E6-5DF5EAE9A5AF}" srcOrd="0" destOrd="0" presId="urn:microsoft.com/office/officeart/2005/8/layout/hierarchy3"/>
    <dgm:cxn modelId="{88FAEC5E-BA9E-47F3-9A62-E7A0971EA7EA}" type="presParOf" srcId="{D4BCF504-F34C-49B0-A6E6-5DF5EAE9A5AF}" destId="{3CAC884E-D62C-418F-8E79-EFD96C0A5778}" srcOrd="0" destOrd="0" presId="urn:microsoft.com/office/officeart/2005/8/layout/hierarchy3"/>
    <dgm:cxn modelId="{B50DFAAF-0DCC-4B4E-A555-AE85D2AF2482}" type="presParOf" srcId="{3CAC884E-D62C-418F-8E79-EFD96C0A5778}" destId="{842F6BBE-4F52-4215-BFED-C0717E2C74D1}" srcOrd="0" destOrd="0" presId="urn:microsoft.com/office/officeart/2005/8/layout/hierarchy3"/>
    <dgm:cxn modelId="{816FA5AF-2C79-4A20-A5B0-0B6F4C663E81}" type="presParOf" srcId="{3CAC884E-D62C-418F-8E79-EFD96C0A5778}" destId="{9BEFE69A-6AFC-418B-A015-A54DFA7B8CB9}" srcOrd="1" destOrd="0" presId="urn:microsoft.com/office/officeart/2005/8/layout/hierarchy3"/>
    <dgm:cxn modelId="{743AB277-C8EE-4FB0-B595-1DCA04913720}" type="presParOf" srcId="{D4BCF504-F34C-49B0-A6E6-5DF5EAE9A5AF}" destId="{2CC84B53-367D-4B36-B530-49F7D9B066A3}" srcOrd="1" destOrd="0" presId="urn:microsoft.com/office/officeart/2005/8/layout/hierarchy3"/>
    <dgm:cxn modelId="{5F8027A6-0EB9-4391-8870-7D6CBC39C61D}" type="presParOf" srcId="{2CC84B53-367D-4B36-B530-49F7D9B066A3}" destId="{B951F93F-FE41-443A-8215-8AA713F1CDCC}" srcOrd="0" destOrd="0" presId="urn:microsoft.com/office/officeart/2005/8/layout/hierarchy3"/>
    <dgm:cxn modelId="{302F8389-246B-4831-95A9-81492EA0D546}" type="presParOf" srcId="{2CC84B53-367D-4B36-B530-49F7D9B066A3}" destId="{4B347CD6-9D92-453A-9841-54ACAF7D034E}" srcOrd="1" destOrd="0" presId="urn:microsoft.com/office/officeart/2005/8/layout/hierarchy3"/>
    <dgm:cxn modelId="{F204577D-813B-412A-931C-255B8206C5A8}" type="presParOf" srcId="{A7247FA5-9898-48D9-82D3-55D957052DB4}" destId="{B023CCB9-A7E1-432E-952D-E2A3BBF0E125}" srcOrd="1" destOrd="0" presId="urn:microsoft.com/office/officeart/2005/8/layout/hierarchy3"/>
    <dgm:cxn modelId="{7FB09EC2-FA99-4BE6-8929-6373F8949E3F}" type="presParOf" srcId="{B023CCB9-A7E1-432E-952D-E2A3BBF0E125}" destId="{7E381244-6F23-4A54-9513-0AAB514BF11F}" srcOrd="0" destOrd="0" presId="urn:microsoft.com/office/officeart/2005/8/layout/hierarchy3"/>
    <dgm:cxn modelId="{50DD6E6C-9D6D-4FCE-BB35-A22F4E7DD693}" type="presParOf" srcId="{7E381244-6F23-4A54-9513-0AAB514BF11F}" destId="{55895D68-1D87-4D87-ABEB-1B81AC982998}" srcOrd="0" destOrd="0" presId="urn:microsoft.com/office/officeart/2005/8/layout/hierarchy3"/>
    <dgm:cxn modelId="{D30FFE2D-F22F-4D58-8CFA-529831792CE5}" type="presParOf" srcId="{7E381244-6F23-4A54-9513-0AAB514BF11F}" destId="{6A88B82B-65A6-4F00-BA4D-EBA9811E30F0}" srcOrd="1" destOrd="0" presId="urn:microsoft.com/office/officeart/2005/8/layout/hierarchy3"/>
    <dgm:cxn modelId="{90DD84DC-1690-4429-B5FE-74A73E34AA98}" type="presParOf" srcId="{B023CCB9-A7E1-432E-952D-E2A3BBF0E125}" destId="{1E7A1659-6D5D-487D-832E-10A5712EAA74}" srcOrd="1" destOrd="0" presId="urn:microsoft.com/office/officeart/2005/8/layout/hierarchy3"/>
    <dgm:cxn modelId="{3F6914EB-0F47-41A6-80F5-2D565A1DE09E}" type="presParOf" srcId="{1E7A1659-6D5D-487D-832E-10A5712EAA74}" destId="{EBA7E1E4-3D86-4633-B1E8-39C576082653}" srcOrd="0" destOrd="0" presId="urn:microsoft.com/office/officeart/2005/8/layout/hierarchy3"/>
    <dgm:cxn modelId="{A8DAE81D-3842-42E2-8084-BAC4A6DDC0E0}" type="presParOf" srcId="{1E7A1659-6D5D-487D-832E-10A5712EAA74}" destId="{6B1E49C0-7247-4B04-B255-9761356BEAA6}" srcOrd="1" destOrd="0" presId="urn:microsoft.com/office/officeart/2005/8/layout/hierarchy3"/>
    <dgm:cxn modelId="{06FB0A9A-64D6-48C2-8C78-42692E926A8F}" type="presParOf" srcId="{A7247FA5-9898-48D9-82D3-55D957052DB4}" destId="{DC0CCDD0-3953-48B4-A705-AB277E18D503}" srcOrd="2" destOrd="0" presId="urn:microsoft.com/office/officeart/2005/8/layout/hierarchy3"/>
    <dgm:cxn modelId="{53A6B9BC-E20B-4353-9142-5DFD658C4B14}" type="presParOf" srcId="{DC0CCDD0-3953-48B4-A705-AB277E18D503}" destId="{B37D3E49-D316-475C-80A6-E2758FB8A665}" srcOrd="0" destOrd="0" presId="urn:microsoft.com/office/officeart/2005/8/layout/hierarchy3"/>
    <dgm:cxn modelId="{FEA671B8-A80D-4840-92C2-08C0E36D614D}" type="presParOf" srcId="{B37D3E49-D316-475C-80A6-E2758FB8A665}" destId="{2518EAA9-055C-4BC3-B09A-A14B771482AB}" srcOrd="0" destOrd="0" presId="urn:microsoft.com/office/officeart/2005/8/layout/hierarchy3"/>
    <dgm:cxn modelId="{042F14D7-2BBF-499B-8D08-6071668AA8CC}" type="presParOf" srcId="{B37D3E49-D316-475C-80A6-E2758FB8A665}" destId="{29D05E10-201A-499A-964C-91C6D9823AFF}" srcOrd="1" destOrd="0" presId="urn:microsoft.com/office/officeart/2005/8/layout/hierarchy3"/>
    <dgm:cxn modelId="{1BF74E21-5948-4E30-941D-A92E1FCE7543}" type="presParOf" srcId="{DC0CCDD0-3953-48B4-A705-AB277E18D503}" destId="{AE043D7A-A432-4054-9926-3034A820333A}" srcOrd="1" destOrd="0" presId="urn:microsoft.com/office/officeart/2005/8/layout/hierarchy3"/>
    <dgm:cxn modelId="{2B740D2C-6FCF-4717-B99D-A287942A4E86}" type="presParOf" srcId="{AE043D7A-A432-4054-9926-3034A820333A}" destId="{7B1C1619-2A1E-43AB-97D4-0F82066A3BD2}" srcOrd="0" destOrd="0" presId="urn:microsoft.com/office/officeart/2005/8/layout/hierarchy3"/>
    <dgm:cxn modelId="{389A3782-5780-42C7-A36B-732CFC9E79D1}" type="presParOf" srcId="{AE043D7A-A432-4054-9926-3034A820333A}" destId="{7BA7A546-D6A3-4F92-AEEA-FAB2D67EF92A}" srcOrd="1" destOrd="0" presId="urn:microsoft.com/office/officeart/2005/8/layout/hierarchy3"/>
    <dgm:cxn modelId="{2CDB976C-27C1-49AB-BA35-0B2C42E32DBB}" type="presParOf" srcId="{A7247FA5-9898-48D9-82D3-55D957052DB4}" destId="{CC2DBCE6-4A8B-45AD-AC0A-F1CA0ADF338D}" srcOrd="3" destOrd="0" presId="urn:microsoft.com/office/officeart/2005/8/layout/hierarchy3"/>
    <dgm:cxn modelId="{D5C04C45-8C0B-4019-9622-5D3230177181}" type="presParOf" srcId="{CC2DBCE6-4A8B-45AD-AC0A-F1CA0ADF338D}" destId="{01E512FE-F1B6-4A93-8B88-E0959184CA9F}" srcOrd="0" destOrd="0" presId="urn:microsoft.com/office/officeart/2005/8/layout/hierarchy3"/>
    <dgm:cxn modelId="{B55F4F6F-6FBA-4D9B-9468-1D40A57108E5}" type="presParOf" srcId="{01E512FE-F1B6-4A93-8B88-E0959184CA9F}" destId="{81AF2157-9EC6-4EF2-8C88-7C54165CE0E4}" srcOrd="0" destOrd="0" presId="urn:microsoft.com/office/officeart/2005/8/layout/hierarchy3"/>
    <dgm:cxn modelId="{B33EF42E-1024-4C8F-B2F3-8294615751B8}" type="presParOf" srcId="{01E512FE-F1B6-4A93-8B88-E0959184CA9F}" destId="{DFC92B07-A666-4B70-ACDB-5C80B17B9133}" srcOrd="1" destOrd="0" presId="urn:microsoft.com/office/officeart/2005/8/layout/hierarchy3"/>
    <dgm:cxn modelId="{26C19055-FA59-46EC-81A2-CA39E1718F6D}" type="presParOf" srcId="{CC2DBCE6-4A8B-45AD-AC0A-F1CA0ADF338D}" destId="{13D003D8-4832-4744-9E9E-0EA75D010B2E}" srcOrd="1" destOrd="0" presId="urn:microsoft.com/office/officeart/2005/8/layout/hierarchy3"/>
    <dgm:cxn modelId="{5592DD01-B8D2-4C57-9BCA-E80289A2267E}" type="presParOf" srcId="{13D003D8-4832-4744-9E9E-0EA75D010B2E}" destId="{16DD9F30-2BED-4BE9-80BF-49517B4C8714}" srcOrd="0" destOrd="0" presId="urn:microsoft.com/office/officeart/2005/8/layout/hierarchy3"/>
    <dgm:cxn modelId="{31914723-132E-4853-AE43-E05C70A9922A}" type="presParOf" srcId="{13D003D8-4832-4744-9E9E-0EA75D010B2E}" destId="{B51A0F76-C03A-4773-B77B-98CDCEBC9DB6}" srcOrd="1" destOrd="0" presId="urn:microsoft.com/office/officeart/2005/8/layout/hierarchy3"/>
    <dgm:cxn modelId="{CBEB459C-2189-49A4-9651-E541B1E362D0}" type="presParOf" srcId="{A7247FA5-9898-48D9-82D3-55D957052DB4}" destId="{7D7D9531-F4CB-4C5F-B47D-E83EBBC2BCE9}" srcOrd="4" destOrd="0" presId="urn:microsoft.com/office/officeart/2005/8/layout/hierarchy3"/>
    <dgm:cxn modelId="{2DD7C2ED-E29A-4D42-AC12-585E9C9AEA94}" type="presParOf" srcId="{7D7D9531-F4CB-4C5F-B47D-E83EBBC2BCE9}" destId="{8D25140B-0E14-4EFC-BCA2-5871C6250009}" srcOrd="0" destOrd="0" presId="urn:microsoft.com/office/officeart/2005/8/layout/hierarchy3"/>
    <dgm:cxn modelId="{50752601-20A2-4929-B6AB-77875AF8B499}" type="presParOf" srcId="{8D25140B-0E14-4EFC-BCA2-5871C6250009}" destId="{2658CFD7-E116-49A0-9DB3-33C3289A5017}" srcOrd="0" destOrd="0" presId="urn:microsoft.com/office/officeart/2005/8/layout/hierarchy3"/>
    <dgm:cxn modelId="{55B9D500-666E-4898-85CD-C14FBACACDF4}" type="presParOf" srcId="{8D25140B-0E14-4EFC-BCA2-5871C6250009}" destId="{F8EBB47E-9506-4171-AD5A-119C875011B5}" srcOrd="1" destOrd="0" presId="urn:microsoft.com/office/officeart/2005/8/layout/hierarchy3"/>
    <dgm:cxn modelId="{622D0A02-657F-41AE-B406-CB07F5CAA481}" type="presParOf" srcId="{7D7D9531-F4CB-4C5F-B47D-E83EBBC2BCE9}" destId="{7453E64E-FB47-47DD-B516-EE83E915B28F}" srcOrd="1" destOrd="0" presId="urn:microsoft.com/office/officeart/2005/8/layout/hierarchy3"/>
    <dgm:cxn modelId="{BFB7C20E-D525-4028-A728-D91A44EC1F18}" type="presParOf" srcId="{7453E64E-FB47-47DD-B516-EE83E915B28F}" destId="{A40636B6-8BB7-4B41-AA9A-E06FDCEE2952}" srcOrd="0" destOrd="0" presId="urn:microsoft.com/office/officeart/2005/8/layout/hierarchy3"/>
    <dgm:cxn modelId="{32EA3B86-5CB5-4788-B5DB-A62C8706C9FC}" type="presParOf" srcId="{7453E64E-FB47-47DD-B516-EE83E915B28F}" destId="{0BC63DE7-2A7D-45E6-A5D7-15DA369FB200}" srcOrd="1" destOrd="0" presId="urn:microsoft.com/office/officeart/2005/8/layout/hierarchy3"/>
    <dgm:cxn modelId="{68419EFF-F7AC-4710-AEC9-3AA6C5926F47}" type="presParOf" srcId="{A7247FA5-9898-48D9-82D3-55D957052DB4}" destId="{1EF6A5D8-469C-491F-85B1-2DF73CC7C100}" srcOrd="5" destOrd="0" presId="urn:microsoft.com/office/officeart/2005/8/layout/hierarchy3"/>
    <dgm:cxn modelId="{8FA6CE9A-29DB-490A-BB6D-6B7EB8AB4E21}" type="presParOf" srcId="{1EF6A5D8-469C-491F-85B1-2DF73CC7C100}" destId="{5573F37B-73AD-4380-86CD-C1B02E75E6CF}" srcOrd="0" destOrd="0" presId="urn:microsoft.com/office/officeart/2005/8/layout/hierarchy3"/>
    <dgm:cxn modelId="{AB02402D-BD32-4470-BFD6-34534EFECE21}" type="presParOf" srcId="{5573F37B-73AD-4380-86CD-C1B02E75E6CF}" destId="{02B11247-5AF6-4E6F-AAA8-78E83B17E0A1}" srcOrd="0" destOrd="0" presId="urn:microsoft.com/office/officeart/2005/8/layout/hierarchy3"/>
    <dgm:cxn modelId="{A20CA342-23D4-4853-AE6C-C11267DBB2DC}" type="presParOf" srcId="{5573F37B-73AD-4380-86CD-C1B02E75E6CF}" destId="{7B16369A-A741-4098-BC13-98850DD725D0}" srcOrd="1" destOrd="0" presId="urn:microsoft.com/office/officeart/2005/8/layout/hierarchy3"/>
    <dgm:cxn modelId="{8A764641-9CED-4062-B072-D41AC6D55BE7}" type="presParOf" srcId="{1EF6A5D8-469C-491F-85B1-2DF73CC7C100}" destId="{0B0C8EDF-C857-4720-A368-2C1DF4F9FE42}" srcOrd="1" destOrd="0" presId="urn:microsoft.com/office/officeart/2005/8/layout/hierarchy3"/>
    <dgm:cxn modelId="{362C3C3C-7AF1-42CB-9568-60E07BFAA8E5}" type="presParOf" srcId="{0B0C8EDF-C857-4720-A368-2C1DF4F9FE42}" destId="{87032D71-1624-440C-9C64-36C5D9639D7F}" srcOrd="0" destOrd="0" presId="urn:microsoft.com/office/officeart/2005/8/layout/hierarchy3"/>
    <dgm:cxn modelId="{98C9A4B2-A15C-4E76-B6CA-179739EE13FF}" type="presParOf" srcId="{0B0C8EDF-C857-4720-A368-2C1DF4F9FE42}" destId="{37C7A004-9FEB-4ED6-AE89-CF1F1D892BC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6610DB-E6C6-40FC-B7A5-838769360C8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9BF8B9-C43A-491A-A571-DA5B19F2F7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Integrates weather, geography, traffic, pollution into MATLAB planning tool</a:t>
          </a:r>
        </a:p>
      </dgm:t>
    </dgm:pt>
    <dgm:pt modelId="{D26F3536-9097-493B-A3CB-5AF6AF13D830}" type="parTrans" cxnId="{B5C928DB-C8E5-4B7E-8794-9AB633AF0468}">
      <dgm:prSet/>
      <dgm:spPr/>
      <dgm:t>
        <a:bodyPr/>
        <a:lstStyle/>
        <a:p>
          <a:endParaRPr lang="en-US"/>
        </a:p>
      </dgm:t>
    </dgm:pt>
    <dgm:pt modelId="{5A5014EB-61CD-4841-A1C1-B1F070F9F67A}" type="sibTrans" cxnId="{B5C928DB-C8E5-4B7E-8794-9AB633AF0468}">
      <dgm:prSet/>
      <dgm:spPr/>
      <dgm:t>
        <a:bodyPr/>
        <a:lstStyle/>
        <a:p>
          <a:endParaRPr lang="en-US"/>
        </a:p>
      </dgm:t>
    </dgm:pt>
    <dgm:pt modelId="{16264186-EC44-4B56-BD9F-40716FBA37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pollution-aware smart city development</a:t>
          </a:r>
        </a:p>
      </dgm:t>
    </dgm:pt>
    <dgm:pt modelId="{7E396D03-F899-427D-B6FF-542DAB30A78F}" type="parTrans" cxnId="{C0091BD2-AE25-4902-BF51-26518208853C}">
      <dgm:prSet/>
      <dgm:spPr/>
      <dgm:t>
        <a:bodyPr/>
        <a:lstStyle/>
        <a:p>
          <a:endParaRPr lang="en-US"/>
        </a:p>
      </dgm:t>
    </dgm:pt>
    <dgm:pt modelId="{CFCC3961-073B-475C-A85D-5E50F640BBA3}" type="sibTrans" cxnId="{C0091BD2-AE25-4902-BF51-26518208853C}">
      <dgm:prSet/>
      <dgm:spPr/>
      <dgm:t>
        <a:bodyPr/>
        <a:lstStyle/>
        <a:p>
          <a:endParaRPr lang="en-US"/>
        </a:p>
      </dgm:t>
    </dgm:pt>
    <dgm:pt modelId="{D93DF7A9-C310-445E-93CA-556C4B8690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congestion, health risks, and improves accessibility</a:t>
          </a:r>
        </a:p>
      </dgm:t>
    </dgm:pt>
    <dgm:pt modelId="{79E3D3A6-3FF3-4C1B-BD9E-D5747420716F}" type="parTrans" cxnId="{A4AF30F4-F9E8-4D3A-B327-D72593E4D655}">
      <dgm:prSet/>
      <dgm:spPr/>
      <dgm:t>
        <a:bodyPr/>
        <a:lstStyle/>
        <a:p>
          <a:endParaRPr lang="en-US"/>
        </a:p>
      </dgm:t>
    </dgm:pt>
    <dgm:pt modelId="{9D13F710-2307-449B-BE43-5BEE9D176DE6}" type="sibTrans" cxnId="{A4AF30F4-F9E8-4D3A-B327-D72593E4D655}">
      <dgm:prSet/>
      <dgm:spPr/>
      <dgm:t>
        <a:bodyPr/>
        <a:lstStyle/>
        <a:p>
          <a:endParaRPr lang="en-US"/>
        </a:p>
      </dgm:t>
    </dgm:pt>
    <dgm:pt modelId="{A023793B-D039-4525-A7FE-F2DA012506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Flexible: can be expanded or simplified as per project scope</a:t>
          </a:r>
        </a:p>
      </dgm:t>
    </dgm:pt>
    <dgm:pt modelId="{B80DB62F-192F-45D9-A577-6242D8CDAC9E}" type="parTrans" cxnId="{E31A8CD7-CC74-4427-A780-8B55CA4A0B28}">
      <dgm:prSet/>
      <dgm:spPr/>
      <dgm:t>
        <a:bodyPr/>
        <a:lstStyle/>
        <a:p>
          <a:endParaRPr lang="en-US"/>
        </a:p>
      </dgm:t>
    </dgm:pt>
    <dgm:pt modelId="{B2C6E7F1-13CD-4648-824A-9F52F6587477}" type="sibTrans" cxnId="{E31A8CD7-CC74-4427-A780-8B55CA4A0B28}">
      <dgm:prSet/>
      <dgm:spPr/>
      <dgm:t>
        <a:bodyPr/>
        <a:lstStyle/>
        <a:p>
          <a:endParaRPr lang="en-US"/>
        </a:p>
      </dgm:t>
    </dgm:pt>
    <dgm:pt modelId="{CDB1F66D-91E3-4387-B22F-09DD3A800402}" type="pres">
      <dgm:prSet presAssocID="{2E6610DB-E6C6-40FC-B7A5-838769360C82}" presName="root" presStyleCnt="0">
        <dgm:presLayoutVars>
          <dgm:dir/>
          <dgm:resizeHandles val="exact"/>
        </dgm:presLayoutVars>
      </dgm:prSet>
      <dgm:spPr/>
    </dgm:pt>
    <dgm:pt modelId="{B43279C7-D0BD-4D0F-9ED4-CD4259B3046A}" type="pres">
      <dgm:prSet presAssocID="{3A9BF8B9-C43A-491A-A571-DA5B19F2F7DC}" presName="compNode" presStyleCnt="0"/>
      <dgm:spPr/>
    </dgm:pt>
    <dgm:pt modelId="{06FD7BF6-A1A1-481C-B909-9FCBD9BA6F1A}" type="pres">
      <dgm:prSet presAssocID="{3A9BF8B9-C43A-491A-A571-DA5B19F2F7DC}" presName="bgRect" presStyleLbl="bgShp" presStyleIdx="0" presStyleCnt="4"/>
      <dgm:spPr/>
    </dgm:pt>
    <dgm:pt modelId="{CB8D0CE1-81B9-44A0-A739-78BAF451B128}" type="pres">
      <dgm:prSet presAssocID="{3A9BF8B9-C43A-491A-A571-DA5B19F2F7D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430CE9C0-9B03-494F-8DCA-B0EAEA69BC8F}" type="pres">
      <dgm:prSet presAssocID="{3A9BF8B9-C43A-491A-A571-DA5B19F2F7DC}" presName="spaceRect" presStyleCnt="0"/>
      <dgm:spPr/>
    </dgm:pt>
    <dgm:pt modelId="{42F2899B-8912-41F1-A517-9DF956D6C1A1}" type="pres">
      <dgm:prSet presAssocID="{3A9BF8B9-C43A-491A-A571-DA5B19F2F7DC}" presName="parTx" presStyleLbl="revTx" presStyleIdx="0" presStyleCnt="4">
        <dgm:presLayoutVars>
          <dgm:chMax val="0"/>
          <dgm:chPref val="0"/>
        </dgm:presLayoutVars>
      </dgm:prSet>
      <dgm:spPr/>
    </dgm:pt>
    <dgm:pt modelId="{9D887025-55C7-40D5-B804-C0664C8E9816}" type="pres">
      <dgm:prSet presAssocID="{5A5014EB-61CD-4841-A1C1-B1F070F9F67A}" presName="sibTrans" presStyleCnt="0"/>
      <dgm:spPr/>
    </dgm:pt>
    <dgm:pt modelId="{4928A27B-0F48-4D81-A552-5DD54AD1AF98}" type="pres">
      <dgm:prSet presAssocID="{16264186-EC44-4B56-BD9F-40716FBA376C}" presName="compNode" presStyleCnt="0"/>
      <dgm:spPr/>
    </dgm:pt>
    <dgm:pt modelId="{6B16616C-2536-4E86-84D2-4507D2D6E34E}" type="pres">
      <dgm:prSet presAssocID="{16264186-EC44-4B56-BD9F-40716FBA376C}" presName="bgRect" presStyleLbl="bgShp" presStyleIdx="1" presStyleCnt="4"/>
      <dgm:spPr/>
    </dgm:pt>
    <dgm:pt modelId="{5161E5C9-F39E-44E0-A80A-409CB9BE45EE}" type="pres">
      <dgm:prSet presAssocID="{16264186-EC44-4B56-BD9F-40716FBA376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E6DD34E7-1E25-4384-B5BF-B72825E1467D}" type="pres">
      <dgm:prSet presAssocID="{16264186-EC44-4B56-BD9F-40716FBA376C}" presName="spaceRect" presStyleCnt="0"/>
      <dgm:spPr/>
    </dgm:pt>
    <dgm:pt modelId="{3503062E-8450-4A9B-8259-7F46ED116BD5}" type="pres">
      <dgm:prSet presAssocID="{16264186-EC44-4B56-BD9F-40716FBA376C}" presName="parTx" presStyleLbl="revTx" presStyleIdx="1" presStyleCnt="4">
        <dgm:presLayoutVars>
          <dgm:chMax val="0"/>
          <dgm:chPref val="0"/>
        </dgm:presLayoutVars>
      </dgm:prSet>
      <dgm:spPr/>
    </dgm:pt>
    <dgm:pt modelId="{C448075E-025C-4D64-945B-06DCA94DA99C}" type="pres">
      <dgm:prSet presAssocID="{CFCC3961-073B-475C-A85D-5E50F640BBA3}" presName="sibTrans" presStyleCnt="0"/>
      <dgm:spPr/>
    </dgm:pt>
    <dgm:pt modelId="{176ABEA8-D7EA-4F6B-A712-917030BCE235}" type="pres">
      <dgm:prSet presAssocID="{D93DF7A9-C310-445E-93CA-556C4B8690EC}" presName="compNode" presStyleCnt="0"/>
      <dgm:spPr/>
    </dgm:pt>
    <dgm:pt modelId="{159403B0-3F18-471D-AE05-BD5DB0C5873C}" type="pres">
      <dgm:prSet presAssocID="{D93DF7A9-C310-445E-93CA-556C4B8690EC}" presName="bgRect" presStyleLbl="bgShp" presStyleIdx="2" presStyleCnt="4"/>
      <dgm:spPr/>
    </dgm:pt>
    <dgm:pt modelId="{3B3B374A-C4FC-4587-8EF5-F7DBB875B303}" type="pres">
      <dgm:prSet presAssocID="{D93DF7A9-C310-445E-93CA-556C4B8690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6F4C3DEF-19AE-4377-A17B-9A59070E663A}" type="pres">
      <dgm:prSet presAssocID="{D93DF7A9-C310-445E-93CA-556C4B8690EC}" presName="spaceRect" presStyleCnt="0"/>
      <dgm:spPr/>
    </dgm:pt>
    <dgm:pt modelId="{4AE43EEF-CAB6-4032-9CEE-AF8C572FCCC7}" type="pres">
      <dgm:prSet presAssocID="{D93DF7A9-C310-445E-93CA-556C4B8690EC}" presName="parTx" presStyleLbl="revTx" presStyleIdx="2" presStyleCnt="4">
        <dgm:presLayoutVars>
          <dgm:chMax val="0"/>
          <dgm:chPref val="0"/>
        </dgm:presLayoutVars>
      </dgm:prSet>
      <dgm:spPr/>
    </dgm:pt>
    <dgm:pt modelId="{4F5D5385-9FF4-42C7-BDC1-911A1C40656D}" type="pres">
      <dgm:prSet presAssocID="{9D13F710-2307-449B-BE43-5BEE9D176DE6}" presName="sibTrans" presStyleCnt="0"/>
      <dgm:spPr/>
    </dgm:pt>
    <dgm:pt modelId="{B12DF4E7-928A-4927-A5F6-7ACD55A1E477}" type="pres">
      <dgm:prSet presAssocID="{A023793B-D039-4525-A7FE-F2DA01250650}" presName="compNode" presStyleCnt="0"/>
      <dgm:spPr/>
    </dgm:pt>
    <dgm:pt modelId="{35111A85-FAE9-4476-891C-C7CEF006E9BD}" type="pres">
      <dgm:prSet presAssocID="{A023793B-D039-4525-A7FE-F2DA01250650}" presName="bgRect" presStyleLbl="bgShp" presStyleIdx="3" presStyleCnt="4"/>
      <dgm:spPr/>
    </dgm:pt>
    <dgm:pt modelId="{03404E8D-099C-4709-987A-1962D9BBCC30}" type="pres">
      <dgm:prSet presAssocID="{A023793B-D039-4525-A7FE-F2DA0125065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7A88BCB-AA64-4038-8D54-E8F46B51E852}" type="pres">
      <dgm:prSet presAssocID="{A023793B-D039-4525-A7FE-F2DA01250650}" presName="spaceRect" presStyleCnt="0"/>
      <dgm:spPr/>
    </dgm:pt>
    <dgm:pt modelId="{2F508BCC-8770-4AA5-BBB1-CCB11104E3D1}" type="pres">
      <dgm:prSet presAssocID="{A023793B-D039-4525-A7FE-F2DA0125065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D88EB18-0638-46D2-916A-562709AF3321}" type="presOf" srcId="{3A9BF8B9-C43A-491A-A571-DA5B19F2F7DC}" destId="{42F2899B-8912-41F1-A517-9DF956D6C1A1}" srcOrd="0" destOrd="0" presId="urn:microsoft.com/office/officeart/2018/2/layout/IconVerticalSolidList"/>
    <dgm:cxn modelId="{CC0B7F5F-A8CB-4E45-83A5-5AB871CB2D3D}" type="presOf" srcId="{16264186-EC44-4B56-BD9F-40716FBA376C}" destId="{3503062E-8450-4A9B-8259-7F46ED116BD5}" srcOrd="0" destOrd="0" presId="urn:microsoft.com/office/officeart/2018/2/layout/IconVerticalSolidList"/>
    <dgm:cxn modelId="{88589C65-74D3-469A-AB91-4FCFCD9458B2}" type="presOf" srcId="{D93DF7A9-C310-445E-93CA-556C4B8690EC}" destId="{4AE43EEF-CAB6-4032-9CEE-AF8C572FCCC7}" srcOrd="0" destOrd="0" presId="urn:microsoft.com/office/officeart/2018/2/layout/IconVerticalSolidList"/>
    <dgm:cxn modelId="{FFDC45C0-3FD9-4149-A2BB-8BC11802F724}" type="presOf" srcId="{A023793B-D039-4525-A7FE-F2DA01250650}" destId="{2F508BCC-8770-4AA5-BBB1-CCB11104E3D1}" srcOrd="0" destOrd="0" presId="urn:microsoft.com/office/officeart/2018/2/layout/IconVerticalSolidList"/>
    <dgm:cxn modelId="{A8467CD0-AF3F-4120-8B01-9A39508A2BF9}" type="presOf" srcId="{2E6610DB-E6C6-40FC-B7A5-838769360C82}" destId="{CDB1F66D-91E3-4387-B22F-09DD3A800402}" srcOrd="0" destOrd="0" presId="urn:microsoft.com/office/officeart/2018/2/layout/IconVerticalSolidList"/>
    <dgm:cxn modelId="{C0091BD2-AE25-4902-BF51-26518208853C}" srcId="{2E6610DB-E6C6-40FC-B7A5-838769360C82}" destId="{16264186-EC44-4B56-BD9F-40716FBA376C}" srcOrd="1" destOrd="0" parTransId="{7E396D03-F899-427D-B6FF-542DAB30A78F}" sibTransId="{CFCC3961-073B-475C-A85D-5E50F640BBA3}"/>
    <dgm:cxn modelId="{E31A8CD7-CC74-4427-A780-8B55CA4A0B28}" srcId="{2E6610DB-E6C6-40FC-B7A5-838769360C82}" destId="{A023793B-D039-4525-A7FE-F2DA01250650}" srcOrd="3" destOrd="0" parTransId="{B80DB62F-192F-45D9-A577-6242D8CDAC9E}" sibTransId="{B2C6E7F1-13CD-4648-824A-9F52F6587477}"/>
    <dgm:cxn modelId="{B5C928DB-C8E5-4B7E-8794-9AB633AF0468}" srcId="{2E6610DB-E6C6-40FC-B7A5-838769360C82}" destId="{3A9BF8B9-C43A-491A-A571-DA5B19F2F7DC}" srcOrd="0" destOrd="0" parTransId="{D26F3536-9097-493B-A3CB-5AF6AF13D830}" sibTransId="{5A5014EB-61CD-4841-A1C1-B1F070F9F67A}"/>
    <dgm:cxn modelId="{A4AF30F4-F9E8-4D3A-B327-D72593E4D655}" srcId="{2E6610DB-E6C6-40FC-B7A5-838769360C82}" destId="{D93DF7A9-C310-445E-93CA-556C4B8690EC}" srcOrd="2" destOrd="0" parTransId="{79E3D3A6-3FF3-4C1B-BD9E-D5747420716F}" sibTransId="{9D13F710-2307-449B-BE43-5BEE9D176DE6}"/>
    <dgm:cxn modelId="{41B57674-45EB-46D3-846D-6118BEE50F4A}" type="presParOf" srcId="{CDB1F66D-91E3-4387-B22F-09DD3A800402}" destId="{B43279C7-D0BD-4D0F-9ED4-CD4259B3046A}" srcOrd="0" destOrd="0" presId="urn:microsoft.com/office/officeart/2018/2/layout/IconVerticalSolidList"/>
    <dgm:cxn modelId="{3BBDA4DA-7CE9-400A-96D2-68BB14B56573}" type="presParOf" srcId="{B43279C7-D0BD-4D0F-9ED4-CD4259B3046A}" destId="{06FD7BF6-A1A1-481C-B909-9FCBD9BA6F1A}" srcOrd="0" destOrd="0" presId="urn:microsoft.com/office/officeart/2018/2/layout/IconVerticalSolidList"/>
    <dgm:cxn modelId="{F6340432-A218-4A55-A722-6D1331490095}" type="presParOf" srcId="{B43279C7-D0BD-4D0F-9ED4-CD4259B3046A}" destId="{CB8D0CE1-81B9-44A0-A739-78BAF451B128}" srcOrd="1" destOrd="0" presId="urn:microsoft.com/office/officeart/2018/2/layout/IconVerticalSolidList"/>
    <dgm:cxn modelId="{6AA256A9-B62B-4185-A584-A4C2AC979CBB}" type="presParOf" srcId="{B43279C7-D0BD-4D0F-9ED4-CD4259B3046A}" destId="{430CE9C0-9B03-494F-8DCA-B0EAEA69BC8F}" srcOrd="2" destOrd="0" presId="urn:microsoft.com/office/officeart/2018/2/layout/IconVerticalSolidList"/>
    <dgm:cxn modelId="{10F25EAB-5CD1-4043-9897-BCE1D8C0198B}" type="presParOf" srcId="{B43279C7-D0BD-4D0F-9ED4-CD4259B3046A}" destId="{42F2899B-8912-41F1-A517-9DF956D6C1A1}" srcOrd="3" destOrd="0" presId="urn:microsoft.com/office/officeart/2018/2/layout/IconVerticalSolidList"/>
    <dgm:cxn modelId="{17351BE3-5E13-4390-9E3A-ACCED79E64AB}" type="presParOf" srcId="{CDB1F66D-91E3-4387-B22F-09DD3A800402}" destId="{9D887025-55C7-40D5-B804-C0664C8E9816}" srcOrd="1" destOrd="0" presId="urn:microsoft.com/office/officeart/2018/2/layout/IconVerticalSolidList"/>
    <dgm:cxn modelId="{6DECBD24-D347-4F4E-A1D0-3E71BD9500DE}" type="presParOf" srcId="{CDB1F66D-91E3-4387-B22F-09DD3A800402}" destId="{4928A27B-0F48-4D81-A552-5DD54AD1AF98}" srcOrd="2" destOrd="0" presId="urn:microsoft.com/office/officeart/2018/2/layout/IconVerticalSolidList"/>
    <dgm:cxn modelId="{CD73843E-3B48-4C15-AB17-7CD5A4FCD69F}" type="presParOf" srcId="{4928A27B-0F48-4D81-A552-5DD54AD1AF98}" destId="{6B16616C-2536-4E86-84D2-4507D2D6E34E}" srcOrd="0" destOrd="0" presId="urn:microsoft.com/office/officeart/2018/2/layout/IconVerticalSolidList"/>
    <dgm:cxn modelId="{C2CE5374-A6E9-4A08-80B9-FE14B11E78F2}" type="presParOf" srcId="{4928A27B-0F48-4D81-A552-5DD54AD1AF98}" destId="{5161E5C9-F39E-44E0-A80A-409CB9BE45EE}" srcOrd="1" destOrd="0" presId="urn:microsoft.com/office/officeart/2018/2/layout/IconVerticalSolidList"/>
    <dgm:cxn modelId="{3C4C11B0-73E2-4656-A58E-6A37FC868C17}" type="presParOf" srcId="{4928A27B-0F48-4D81-A552-5DD54AD1AF98}" destId="{E6DD34E7-1E25-4384-B5BF-B72825E1467D}" srcOrd="2" destOrd="0" presId="urn:microsoft.com/office/officeart/2018/2/layout/IconVerticalSolidList"/>
    <dgm:cxn modelId="{2A1401AF-0D52-4A4B-860A-6CEA13A46F91}" type="presParOf" srcId="{4928A27B-0F48-4D81-A552-5DD54AD1AF98}" destId="{3503062E-8450-4A9B-8259-7F46ED116BD5}" srcOrd="3" destOrd="0" presId="urn:microsoft.com/office/officeart/2018/2/layout/IconVerticalSolidList"/>
    <dgm:cxn modelId="{8E123BEA-BF30-4B03-85CE-BDA1504EF1C9}" type="presParOf" srcId="{CDB1F66D-91E3-4387-B22F-09DD3A800402}" destId="{C448075E-025C-4D64-945B-06DCA94DA99C}" srcOrd="3" destOrd="0" presId="urn:microsoft.com/office/officeart/2018/2/layout/IconVerticalSolidList"/>
    <dgm:cxn modelId="{534027B8-0E75-47B9-A571-2C24B4083FBE}" type="presParOf" srcId="{CDB1F66D-91E3-4387-B22F-09DD3A800402}" destId="{176ABEA8-D7EA-4F6B-A712-917030BCE235}" srcOrd="4" destOrd="0" presId="urn:microsoft.com/office/officeart/2018/2/layout/IconVerticalSolidList"/>
    <dgm:cxn modelId="{0DBE3302-ABEE-43DC-99BD-DED85994FDC2}" type="presParOf" srcId="{176ABEA8-D7EA-4F6B-A712-917030BCE235}" destId="{159403B0-3F18-471D-AE05-BD5DB0C5873C}" srcOrd="0" destOrd="0" presId="urn:microsoft.com/office/officeart/2018/2/layout/IconVerticalSolidList"/>
    <dgm:cxn modelId="{6A9A344B-0329-4FD6-BC43-1046E6290C2B}" type="presParOf" srcId="{176ABEA8-D7EA-4F6B-A712-917030BCE235}" destId="{3B3B374A-C4FC-4587-8EF5-F7DBB875B303}" srcOrd="1" destOrd="0" presId="urn:microsoft.com/office/officeart/2018/2/layout/IconVerticalSolidList"/>
    <dgm:cxn modelId="{2C16C1EB-FEC5-4F2C-897E-0729318E5B67}" type="presParOf" srcId="{176ABEA8-D7EA-4F6B-A712-917030BCE235}" destId="{6F4C3DEF-19AE-4377-A17B-9A59070E663A}" srcOrd="2" destOrd="0" presId="urn:microsoft.com/office/officeart/2018/2/layout/IconVerticalSolidList"/>
    <dgm:cxn modelId="{C6F27E50-204F-41E7-99EC-9166FFAF32CA}" type="presParOf" srcId="{176ABEA8-D7EA-4F6B-A712-917030BCE235}" destId="{4AE43EEF-CAB6-4032-9CEE-AF8C572FCCC7}" srcOrd="3" destOrd="0" presId="urn:microsoft.com/office/officeart/2018/2/layout/IconVerticalSolidList"/>
    <dgm:cxn modelId="{74BE1F8A-6C0A-4C4F-B058-AED7D2661EEB}" type="presParOf" srcId="{CDB1F66D-91E3-4387-B22F-09DD3A800402}" destId="{4F5D5385-9FF4-42C7-BDC1-911A1C40656D}" srcOrd="5" destOrd="0" presId="urn:microsoft.com/office/officeart/2018/2/layout/IconVerticalSolidList"/>
    <dgm:cxn modelId="{33B75EF5-3FE8-412D-8430-EA1E2ED273C9}" type="presParOf" srcId="{CDB1F66D-91E3-4387-B22F-09DD3A800402}" destId="{B12DF4E7-928A-4927-A5F6-7ACD55A1E477}" srcOrd="6" destOrd="0" presId="urn:microsoft.com/office/officeart/2018/2/layout/IconVerticalSolidList"/>
    <dgm:cxn modelId="{F788D761-9D5C-4AEB-8E10-5B467A4E31FD}" type="presParOf" srcId="{B12DF4E7-928A-4927-A5F6-7ACD55A1E477}" destId="{35111A85-FAE9-4476-891C-C7CEF006E9BD}" srcOrd="0" destOrd="0" presId="urn:microsoft.com/office/officeart/2018/2/layout/IconVerticalSolidList"/>
    <dgm:cxn modelId="{65AA13DD-AC30-4841-BFF1-1D9F1E3F7CED}" type="presParOf" srcId="{B12DF4E7-928A-4927-A5F6-7ACD55A1E477}" destId="{03404E8D-099C-4709-987A-1962D9BBCC30}" srcOrd="1" destOrd="0" presId="urn:microsoft.com/office/officeart/2018/2/layout/IconVerticalSolidList"/>
    <dgm:cxn modelId="{D11C4BF8-8B7D-4232-BC42-0DF106866A2B}" type="presParOf" srcId="{B12DF4E7-928A-4927-A5F6-7ACD55A1E477}" destId="{F7A88BCB-AA64-4038-8D54-E8F46B51E852}" srcOrd="2" destOrd="0" presId="urn:microsoft.com/office/officeart/2018/2/layout/IconVerticalSolidList"/>
    <dgm:cxn modelId="{3FF18118-0142-4F60-A336-D2C96ACE5A0D}" type="presParOf" srcId="{B12DF4E7-928A-4927-A5F6-7ACD55A1E477}" destId="{2F508BCC-8770-4AA5-BBB1-CCB11104E3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14B7F-37DC-4565-B06B-A545BFA8C001}">
      <dsp:nvSpPr>
        <dsp:cNvPr id="0" name=""/>
        <dsp:cNvSpPr/>
      </dsp:nvSpPr>
      <dsp:spPr>
        <a:xfrm>
          <a:off x="994500" y="156906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DF7FB-158E-42E7-955B-A19C4C7CED7E}">
      <dsp:nvSpPr>
        <dsp:cNvPr id="0" name=""/>
        <dsp:cNvSpPr/>
      </dsp:nvSpPr>
      <dsp:spPr>
        <a:xfrm>
          <a:off x="499500" y="270097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Overlapping industrial &amp; residential zones → health risks</a:t>
          </a:r>
        </a:p>
      </dsp:txBody>
      <dsp:txXfrm>
        <a:off x="499500" y="2700972"/>
        <a:ext cx="1800000" cy="1012500"/>
      </dsp:txXfrm>
    </dsp:sp>
    <dsp:sp modelId="{7EC40E4E-91FA-45E8-8243-CDB143C8149F}">
      <dsp:nvSpPr>
        <dsp:cNvPr id="0" name=""/>
        <dsp:cNvSpPr/>
      </dsp:nvSpPr>
      <dsp:spPr>
        <a:xfrm>
          <a:off x="3109500" y="156906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BFCE7-6813-4C1B-8562-0BCE5BB062FA}">
      <dsp:nvSpPr>
        <dsp:cNvPr id="0" name=""/>
        <dsp:cNvSpPr/>
      </dsp:nvSpPr>
      <dsp:spPr>
        <a:xfrm>
          <a:off x="2614500" y="270097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Lack of traffic segregation (goods vs commuters vs students)</a:t>
          </a:r>
        </a:p>
      </dsp:txBody>
      <dsp:txXfrm>
        <a:off x="2614500" y="2700972"/>
        <a:ext cx="1800000" cy="1012500"/>
      </dsp:txXfrm>
    </dsp:sp>
    <dsp:sp modelId="{6A74FB72-C898-4B3C-A156-DD45A337ACE0}">
      <dsp:nvSpPr>
        <dsp:cNvPr id="0" name=""/>
        <dsp:cNvSpPr/>
      </dsp:nvSpPr>
      <dsp:spPr>
        <a:xfrm>
          <a:off x="5224500" y="156906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D5C43-D48C-4391-A6BE-4E3628E3E0F8}">
      <dsp:nvSpPr>
        <dsp:cNvPr id="0" name=""/>
        <dsp:cNvSpPr/>
      </dsp:nvSpPr>
      <dsp:spPr>
        <a:xfrm>
          <a:off x="4729500" y="270097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Poor zoning decisions → congestion &amp; pollution hotspots</a:t>
          </a:r>
        </a:p>
      </dsp:txBody>
      <dsp:txXfrm>
        <a:off x="4729500" y="2700972"/>
        <a:ext cx="1800000" cy="1012500"/>
      </dsp:txXfrm>
    </dsp:sp>
    <dsp:sp modelId="{736B3713-69C5-4657-B309-422338BBBCE1}">
      <dsp:nvSpPr>
        <dsp:cNvPr id="0" name=""/>
        <dsp:cNvSpPr/>
      </dsp:nvSpPr>
      <dsp:spPr>
        <a:xfrm>
          <a:off x="7339500" y="156906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E4778-D049-4FDA-8B55-AAA06079B2CC}">
      <dsp:nvSpPr>
        <dsp:cNvPr id="0" name=""/>
        <dsp:cNvSpPr/>
      </dsp:nvSpPr>
      <dsp:spPr>
        <a:xfrm>
          <a:off x="6844500" y="2700972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Cities need data-driven land use planning</a:t>
          </a:r>
        </a:p>
      </dsp:txBody>
      <dsp:txXfrm>
        <a:off x="6844500" y="2700972"/>
        <a:ext cx="1800000" cy="101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910F5-2351-49C9-8CC0-9F287B9F810A}">
      <dsp:nvSpPr>
        <dsp:cNvPr id="0" name=""/>
        <dsp:cNvSpPr/>
      </dsp:nvSpPr>
      <dsp:spPr>
        <a:xfrm>
          <a:off x="713010" y="3941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3F336A-C179-446B-AA1D-31E9796AD260}">
      <dsp:nvSpPr>
        <dsp:cNvPr id="0" name=""/>
        <dsp:cNvSpPr/>
      </dsp:nvSpPr>
      <dsp:spPr>
        <a:xfrm>
          <a:off x="940960" y="27341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8A3BBF-FF66-4A78-B5D4-256C0371ACCE}">
      <dsp:nvSpPr>
        <dsp:cNvPr id="0" name=""/>
        <dsp:cNvSpPr/>
      </dsp:nvSpPr>
      <dsp:spPr>
        <a:xfrm>
          <a:off x="362008" y="147941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MATLAB-based zoning model &amp; suitability maps</a:t>
          </a:r>
        </a:p>
      </dsp:txBody>
      <dsp:txXfrm>
        <a:off x="362008" y="1479412"/>
        <a:ext cx="1800000" cy="765000"/>
      </dsp:txXfrm>
    </dsp:sp>
    <dsp:sp modelId="{A86DF9BD-26FC-4848-BDD5-5F9D2A255639}">
      <dsp:nvSpPr>
        <dsp:cNvPr id="0" name=""/>
        <dsp:cNvSpPr/>
      </dsp:nvSpPr>
      <dsp:spPr>
        <a:xfrm>
          <a:off x="2828010" y="3941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643CA8B-96D7-4A93-B078-B592DA432138}">
      <dsp:nvSpPr>
        <dsp:cNvPr id="0" name=""/>
        <dsp:cNvSpPr/>
      </dsp:nvSpPr>
      <dsp:spPr>
        <a:xfrm>
          <a:off x="3062008" y="27341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BECD19-3C60-4744-BE13-280356DF0198}">
      <dsp:nvSpPr>
        <dsp:cNvPr id="0" name=""/>
        <dsp:cNvSpPr/>
      </dsp:nvSpPr>
      <dsp:spPr>
        <a:xfrm>
          <a:off x="2477008" y="147941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Optimized land-use allocation (residential, commercial, industrial, educational)</a:t>
          </a:r>
        </a:p>
      </dsp:txBody>
      <dsp:txXfrm>
        <a:off x="2477008" y="1479412"/>
        <a:ext cx="1800000" cy="765000"/>
      </dsp:txXfrm>
    </dsp:sp>
    <dsp:sp modelId="{F5E9CCE4-D575-45B9-9028-247C6E90933B}">
      <dsp:nvSpPr>
        <dsp:cNvPr id="0" name=""/>
        <dsp:cNvSpPr/>
      </dsp:nvSpPr>
      <dsp:spPr>
        <a:xfrm>
          <a:off x="4943010" y="3941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B5145F-7B62-45FA-A662-C4A5941A6529}">
      <dsp:nvSpPr>
        <dsp:cNvPr id="0" name=""/>
        <dsp:cNvSpPr/>
      </dsp:nvSpPr>
      <dsp:spPr>
        <a:xfrm>
          <a:off x="5177008" y="27341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35B3D2A-A170-474C-A3DE-E26CDA7859B2}">
      <dsp:nvSpPr>
        <dsp:cNvPr id="0" name=""/>
        <dsp:cNvSpPr/>
      </dsp:nvSpPr>
      <dsp:spPr>
        <a:xfrm>
          <a:off x="4592008" y="147941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Reduction in congestion &amp; pollution exposure</a:t>
          </a:r>
        </a:p>
      </dsp:txBody>
      <dsp:txXfrm>
        <a:off x="4592008" y="1479412"/>
        <a:ext cx="1800000" cy="765000"/>
      </dsp:txXfrm>
    </dsp:sp>
    <dsp:sp modelId="{FF1DA886-F804-4CEB-AADA-CC50DD9AFD96}">
      <dsp:nvSpPr>
        <dsp:cNvPr id="0" name=""/>
        <dsp:cNvSpPr/>
      </dsp:nvSpPr>
      <dsp:spPr>
        <a:xfrm>
          <a:off x="1227015" y="2755293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310B30-D67A-488A-ABD9-806512DE3715}">
      <dsp:nvSpPr>
        <dsp:cNvPr id="0" name=""/>
        <dsp:cNvSpPr/>
      </dsp:nvSpPr>
      <dsp:spPr>
        <a:xfrm>
          <a:off x="1461018" y="298929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FF2B69-6349-46E3-8F98-7ABB264DB5B9}">
      <dsp:nvSpPr>
        <dsp:cNvPr id="0" name=""/>
        <dsp:cNvSpPr/>
      </dsp:nvSpPr>
      <dsp:spPr>
        <a:xfrm>
          <a:off x="876016" y="4173824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Restricted road policies for freight &amp; commuters</a:t>
          </a:r>
        </a:p>
      </dsp:txBody>
      <dsp:txXfrm>
        <a:off x="876016" y="4173824"/>
        <a:ext cx="1800000" cy="765000"/>
      </dsp:txXfrm>
    </dsp:sp>
    <dsp:sp modelId="{40255314-AE02-45A0-8043-769F2DF04F2F}">
      <dsp:nvSpPr>
        <dsp:cNvPr id="0" name=""/>
        <dsp:cNvSpPr/>
      </dsp:nvSpPr>
      <dsp:spPr>
        <a:xfrm>
          <a:off x="4133504" y="2694653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FF48CB9-0800-4716-94A9-F3952482A161}">
      <dsp:nvSpPr>
        <dsp:cNvPr id="0" name=""/>
        <dsp:cNvSpPr/>
      </dsp:nvSpPr>
      <dsp:spPr>
        <a:xfrm>
          <a:off x="4367508" y="292865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55CDE7D-88C9-4B34-BBA7-9E26EA72D1C2}">
      <dsp:nvSpPr>
        <dsp:cNvPr id="0" name=""/>
        <dsp:cNvSpPr/>
      </dsp:nvSpPr>
      <dsp:spPr>
        <a:xfrm>
          <a:off x="3782512" y="413467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Practical tool for urban planners &amp; engineers</a:t>
          </a:r>
        </a:p>
      </dsp:txBody>
      <dsp:txXfrm>
        <a:off x="3782512" y="4134672"/>
        <a:ext cx="1800000" cy="76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F6BBE-4F52-4215-BFED-C0717E2C74D1}">
      <dsp:nvSpPr>
        <dsp:cNvPr id="0" name=""/>
        <dsp:cNvSpPr/>
      </dsp:nvSpPr>
      <dsp:spPr>
        <a:xfrm>
          <a:off x="1436290" y="469957"/>
          <a:ext cx="1415530" cy="6286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NASA POWER</a:t>
          </a:r>
        </a:p>
      </dsp:txBody>
      <dsp:txXfrm>
        <a:off x="1454702" y="488369"/>
        <a:ext cx="1378706" cy="591797"/>
      </dsp:txXfrm>
    </dsp:sp>
    <dsp:sp modelId="{B951F93F-FE41-443A-8215-8AA713F1CDCC}">
      <dsp:nvSpPr>
        <dsp:cNvPr id="0" name=""/>
        <dsp:cNvSpPr/>
      </dsp:nvSpPr>
      <dsp:spPr>
        <a:xfrm>
          <a:off x="1577843" y="1098579"/>
          <a:ext cx="141542" cy="471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466"/>
              </a:lnTo>
              <a:lnTo>
                <a:pt x="141542" y="471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347CD6-9D92-453A-9841-54ACAF7D034E}">
      <dsp:nvSpPr>
        <dsp:cNvPr id="0" name=""/>
        <dsp:cNvSpPr/>
      </dsp:nvSpPr>
      <dsp:spPr>
        <a:xfrm>
          <a:off x="1719386" y="1255734"/>
          <a:ext cx="1005794" cy="628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Weather &amp; climate data</a:t>
          </a:r>
        </a:p>
      </dsp:txBody>
      <dsp:txXfrm>
        <a:off x="1737798" y="1274146"/>
        <a:ext cx="968970" cy="591797"/>
      </dsp:txXfrm>
    </dsp:sp>
    <dsp:sp modelId="{55895D68-1D87-4D87-ABEB-1B81AC982998}">
      <dsp:nvSpPr>
        <dsp:cNvPr id="0" name=""/>
        <dsp:cNvSpPr/>
      </dsp:nvSpPr>
      <dsp:spPr>
        <a:xfrm>
          <a:off x="4038130" y="469957"/>
          <a:ext cx="1257243" cy="628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Sentinel-5P (TROPOMI)</a:t>
          </a:r>
        </a:p>
      </dsp:txBody>
      <dsp:txXfrm>
        <a:off x="4056542" y="488369"/>
        <a:ext cx="1220419" cy="591797"/>
      </dsp:txXfrm>
    </dsp:sp>
    <dsp:sp modelId="{EBA7E1E4-3D86-4633-B1E8-39C576082653}">
      <dsp:nvSpPr>
        <dsp:cNvPr id="0" name=""/>
        <dsp:cNvSpPr/>
      </dsp:nvSpPr>
      <dsp:spPr>
        <a:xfrm>
          <a:off x="4163855" y="1098579"/>
          <a:ext cx="125729" cy="471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466"/>
              </a:lnTo>
              <a:lnTo>
                <a:pt x="125729" y="471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E49C0-7247-4B04-B255-9761356BEAA6}">
      <dsp:nvSpPr>
        <dsp:cNvPr id="0" name=""/>
        <dsp:cNvSpPr/>
      </dsp:nvSpPr>
      <dsp:spPr>
        <a:xfrm>
          <a:off x="4289584" y="1255734"/>
          <a:ext cx="1005794" cy="628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Air quality (NO₂)</a:t>
          </a:r>
        </a:p>
      </dsp:txBody>
      <dsp:txXfrm>
        <a:off x="4307996" y="1274146"/>
        <a:ext cx="968970" cy="591797"/>
      </dsp:txXfrm>
    </dsp:sp>
    <dsp:sp modelId="{2518EAA9-055C-4BC3-B09A-A14B771482AB}">
      <dsp:nvSpPr>
        <dsp:cNvPr id="0" name=""/>
        <dsp:cNvSpPr/>
      </dsp:nvSpPr>
      <dsp:spPr>
        <a:xfrm>
          <a:off x="6359304" y="464859"/>
          <a:ext cx="1257243" cy="6286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SRTM DEM (USGS)</a:t>
          </a:r>
        </a:p>
      </dsp:txBody>
      <dsp:txXfrm>
        <a:off x="6377716" y="483271"/>
        <a:ext cx="1220419" cy="591797"/>
      </dsp:txXfrm>
    </dsp:sp>
    <dsp:sp modelId="{7B1C1619-2A1E-43AB-97D4-0F82066A3BD2}">
      <dsp:nvSpPr>
        <dsp:cNvPr id="0" name=""/>
        <dsp:cNvSpPr/>
      </dsp:nvSpPr>
      <dsp:spPr>
        <a:xfrm>
          <a:off x="6485028" y="1093481"/>
          <a:ext cx="125729" cy="471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466"/>
              </a:lnTo>
              <a:lnTo>
                <a:pt x="125729" y="471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A7A546-D6A3-4F92-AEEA-FAB2D67EF92A}">
      <dsp:nvSpPr>
        <dsp:cNvPr id="0" name=""/>
        <dsp:cNvSpPr/>
      </dsp:nvSpPr>
      <dsp:spPr>
        <a:xfrm>
          <a:off x="6610758" y="1250636"/>
          <a:ext cx="1005794" cy="628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Terrain/slope data</a:t>
          </a:r>
        </a:p>
      </dsp:txBody>
      <dsp:txXfrm>
        <a:off x="6629170" y="1269048"/>
        <a:ext cx="968970" cy="591797"/>
      </dsp:txXfrm>
    </dsp:sp>
    <dsp:sp modelId="{81AF2157-9EC6-4EF2-8C88-7C54165CE0E4}">
      <dsp:nvSpPr>
        <dsp:cNvPr id="0" name=""/>
        <dsp:cNvSpPr/>
      </dsp:nvSpPr>
      <dsp:spPr>
        <a:xfrm>
          <a:off x="1650009" y="2879175"/>
          <a:ext cx="1489934" cy="628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OpenStreetMap</a:t>
          </a:r>
        </a:p>
      </dsp:txBody>
      <dsp:txXfrm>
        <a:off x="1668421" y="2897587"/>
        <a:ext cx="1453110" cy="591797"/>
      </dsp:txXfrm>
    </dsp:sp>
    <dsp:sp modelId="{16DD9F30-2BED-4BE9-80BF-49517B4C8714}">
      <dsp:nvSpPr>
        <dsp:cNvPr id="0" name=""/>
        <dsp:cNvSpPr/>
      </dsp:nvSpPr>
      <dsp:spPr>
        <a:xfrm>
          <a:off x="1799002" y="3507797"/>
          <a:ext cx="148990" cy="471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466"/>
              </a:lnTo>
              <a:lnTo>
                <a:pt x="148990" y="471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1A0F76-C03A-4773-B77B-98CDCEBC9DB6}">
      <dsp:nvSpPr>
        <dsp:cNvPr id="0" name=""/>
        <dsp:cNvSpPr/>
      </dsp:nvSpPr>
      <dsp:spPr>
        <a:xfrm>
          <a:off x="1947993" y="3664952"/>
          <a:ext cx="1005794" cy="628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Roads, schools, hospitals</a:t>
          </a:r>
        </a:p>
      </dsp:txBody>
      <dsp:txXfrm>
        <a:off x="1966405" y="3683364"/>
        <a:ext cx="968970" cy="591797"/>
      </dsp:txXfrm>
    </dsp:sp>
    <dsp:sp modelId="{2658CFD7-E116-49A0-9DB3-33C3289A5017}">
      <dsp:nvSpPr>
        <dsp:cNvPr id="0" name=""/>
        <dsp:cNvSpPr/>
      </dsp:nvSpPr>
      <dsp:spPr>
        <a:xfrm>
          <a:off x="4326266" y="2879175"/>
          <a:ext cx="1257243" cy="62862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WorldPop</a:t>
          </a:r>
          <a:endParaRPr lang="en-IN" sz="1600" kern="1200" dirty="0"/>
        </a:p>
      </dsp:txBody>
      <dsp:txXfrm>
        <a:off x="4344678" y="2897587"/>
        <a:ext cx="1220419" cy="591797"/>
      </dsp:txXfrm>
    </dsp:sp>
    <dsp:sp modelId="{A40636B6-8BB7-4B41-AA9A-E06FDCEE2952}">
      <dsp:nvSpPr>
        <dsp:cNvPr id="0" name=""/>
        <dsp:cNvSpPr/>
      </dsp:nvSpPr>
      <dsp:spPr>
        <a:xfrm>
          <a:off x="4451990" y="3507797"/>
          <a:ext cx="125724" cy="471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466"/>
              </a:lnTo>
              <a:lnTo>
                <a:pt x="125724" y="471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C63DE7-2A7D-45E6-A5D7-15DA369FB200}">
      <dsp:nvSpPr>
        <dsp:cNvPr id="0" name=""/>
        <dsp:cNvSpPr/>
      </dsp:nvSpPr>
      <dsp:spPr>
        <a:xfrm>
          <a:off x="4577714" y="3664952"/>
          <a:ext cx="1005794" cy="628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Population density</a:t>
          </a:r>
        </a:p>
      </dsp:txBody>
      <dsp:txXfrm>
        <a:off x="4596126" y="3683364"/>
        <a:ext cx="968970" cy="591797"/>
      </dsp:txXfrm>
    </dsp:sp>
    <dsp:sp modelId="{02B11247-5AF6-4E6F-AAA8-78E83B17E0A1}">
      <dsp:nvSpPr>
        <dsp:cNvPr id="0" name=""/>
        <dsp:cNvSpPr/>
      </dsp:nvSpPr>
      <dsp:spPr>
        <a:xfrm>
          <a:off x="6647439" y="2874077"/>
          <a:ext cx="1257243" cy="6286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CPCB AQI Portal</a:t>
          </a:r>
        </a:p>
      </dsp:txBody>
      <dsp:txXfrm>
        <a:off x="6665851" y="2892489"/>
        <a:ext cx="1220419" cy="591797"/>
      </dsp:txXfrm>
    </dsp:sp>
    <dsp:sp modelId="{87032D71-1624-440C-9C64-36C5D9639D7F}">
      <dsp:nvSpPr>
        <dsp:cNvPr id="0" name=""/>
        <dsp:cNvSpPr/>
      </dsp:nvSpPr>
      <dsp:spPr>
        <a:xfrm>
          <a:off x="6773163" y="3502699"/>
          <a:ext cx="125724" cy="471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466"/>
              </a:lnTo>
              <a:lnTo>
                <a:pt x="125724" y="471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7A004-9FEB-4ED6-AE89-CF1F1D892BC5}">
      <dsp:nvSpPr>
        <dsp:cNvPr id="0" name=""/>
        <dsp:cNvSpPr/>
      </dsp:nvSpPr>
      <dsp:spPr>
        <a:xfrm>
          <a:off x="6898888" y="3659854"/>
          <a:ext cx="1005794" cy="628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Validation</a:t>
          </a:r>
        </a:p>
      </dsp:txBody>
      <dsp:txXfrm>
        <a:off x="6917300" y="3678266"/>
        <a:ext cx="968970" cy="5917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D7BF6-A1A1-481C-B909-9FCBD9BA6F1A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D0CE1-81B9-44A0-A739-78BAF451B128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2899B-8912-41F1-A517-9DF956D6C1A1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Integrates weather, geography, traffic, pollution into MATLAB planning tool</a:t>
          </a:r>
        </a:p>
      </dsp:txBody>
      <dsp:txXfrm>
        <a:off x="1099610" y="1878"/>
        <a:ext cx="7129989" cy="952043"/>
      </dsp:txXfrm>
    </dsp:sp>
    <dsp:sp modelId="{6B16616C-2536-4E86-84D2-4507D2D6E34E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1E5C9-F39E-44E0-A80A-409CB9BE45EE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3062E-8450-4A9B-8259-7F46ED116BD5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pollution-aware smart city development</a:t>
          </a:r>
        </a:p>
      </dsp:txBody>
      <dsp:txXfrm>
        <a:off x="1099610" y="1191932"/>
        <a:ext cx="7129989" cy="952043"/>
      </dsp:txXfrm>
    </dsp:sp>
    <dsp:sp modelId="{159403B0-3F18-471D-AE05-BD5DB0C5873C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B374A-C4FC-4587-8EF5-F7DBB875B303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43EEF-CAB6-4032-9CEE-AF8C572FCCC7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Reduces congestion, health risks, and improves accessibility</a:t>
          </a:r>
        </a:p>
      </dsp:txBody>
      <dsp:txXfrm>
        <a:off x="1099610" y="2381986"/>
        <a:ext cx="7129989" cy="952043"/>
      </dsp:txXfrm>
    </dsp:sp>
    <dsp:sp modelId="{35111A85-FAE9-4476-891C-C7CEF006E9BD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04E8D-099C-4709-987A-1962D9BBCC30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08BCC-8770-4AA5-BBB1-CCB11104E3D1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Flexible: can be expanded or simplified as per project scope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 Cities or Surveillance Cities?">
            <a:extLst>
              <a:ext uri="{FF2B5EF4-FFF2-40B4-BE49-F238E27FC236}">
                <a16:creationId xmlns:a16="http://schemas.microsoft.com/office/drawing/2014/main" id="{8DB22C89-D0CF-81A4-0FFB-D7AD44081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" r="7738"/>
          <a:stretch>
            <a:fillRect/>
          </a:stretch>
        </p:blipFill>
        <p:spPr bwMode="auto">
          <a:xfrm>
            <a:off x="20" y="10"/>
            <a:ext cx="91416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5286" y="1124712"/>
            <a:ext cx="6858000" cy="3063240"/>
          </a:xfrm>
        </p:spPr>
        <p:txBody>
          <a:bodyPr>
            <a:normAutofit/>
          </a:bodyPr>
          <a:lstStyle/>
          <a:p>
            <a:r>
              <a:rPr lang="en-GB" sz="5300" b="1" dirty="0">
                <a:solidFill>
                  <a:schemeClr val="bg1"/>
                </a:solidFill>
              </a:rPr>
              <a:t>Pollution-Aware Zoning &amp; Smart City Planning Using MATLAB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22752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GB" sz="2700" dirty="0" err="1">
                <a:solidFill>
                  <a:schemeClr val="bg1"/>
                </a:solidFill>
              </a:rPr>
              <a:t>B.Tech</a:t>
            </a:r>
            <a:r>
              <a:rPr lang="en-GB" sz="2700" dirty="0">
                <a:solidFill>
                  <a:schemeClr val="bg1"/>
                </a:solidFill>
              </a:rPr>
              <a:t> 3rd Year Civil Engineering</a:t>
            </a:r>
          </a:p>
          <a:p>
            <a:pPr>
              <a:lnSpc>
                <a:spcPct val="90000"/>
              </a:lnSpc>
            </a:pPr>
            <a:r>
              <a:rPr lang="en-GB" sz="2700" dirty="0">
                <a:solidFill>
                  <a:schemeClr val="bg1"/>
                </a:solidFill>
              </a:rPr>
              <a:t>Yash Sant – P2366005</a:t>
            </a:r>
          </a:p>
          <a:p>
            <a:pPr>
              <a:lnSpc>
                <a:spcPct val="90000"/>
              </a:lnSpc>
            </a:pPr>
            <a:r>
              <a:rPr lang="en-GB" sz="2700" dirty="0">
                <a:solidFill>
                  <a:schemeClr val="bg1"/>
                </a:solidFill>
              </a:rPr>
              <a:t>Sarang </a:t>
            </a:r>
            <a:r>
              <a:rPr lang="en-GB" sz="2700" dirty="0" err="1">
                <a:solidFill>
                  <a:schemeClr val="bg1"/>
                </a:solidFill>
              </a:rPr>
              <a:t>Deore</a:t>
            </a:r>
            <a:r>
              <a:rPr lang="en-GB" sz="2700" dirty="0">
                <a:solidFill>
                  <a:schemeClr val="bg1"/>
                </a:solidFill>
              </a:rPr>
              <a:t> – P2366007</a:t>
            </a:r>
          </a:p>
          <a:p>
            <a:pPr>
              <a:lnSpc>
                <a:spcPct val="90000"/>
              </a:lnSpc>
            </a:pPr>
            <a:r>
              <a:rPr lang="en-GB" sz="2700" dirty="0">
                <a:solidFill>
                  <a:schemeClr val="bg1"/>
                </a:solidFill>
              </a:rPr>
              <a:t>Madhav Goel – P2366010</a:t>
            </a:r>
          </a:p>
        </p:txBody>
      </p:sp>
      <p:sp>
        <p:nvSpPr>
          <p:cNvPr id="1033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sX0" fmla="*/ 0 w 7886700"/>
              <a:gd name="csY0" fmla="*/ 0 h 5416094"/>
              <a:gd name="csX1" fmla="*/ 578358 w 7886700"/>
              <a:gd name="csY1" fmla="*/ 0 h 5416094"/>
              <a:gd name="csX2" fmla="*/ 998982 w 7886700"/>
              <a:gd name="csY2" fmla="*/ 0 h 5416094"/>
              <a:gd name="csX3" fmla="*/ 1813941 w 7886700"/>
              <a:gd name="csY3" fmla="*/ 0 h 5416094"/>
              <a:gd name="csX4" fmla="*/ 2392299 w 7886700"/>
              <a:gd name="csY4" fmla="*/ 0 h 5416094"/>
              <a:gd name="csX5" fmla="*/ 2970657 w 7886700"/>
              <a:gd name="csY5" fmla="*/ 0 h 5416094"/>
              <a:gd name="csX6" fmla="*/ 3785616 w 7886700"/>
              <a:gd name="csY6" fmla="*/ 0 h 5416094"/>
              <a:gd name="csX7" fmla="*/ 4285107 w 7886700"/>
              <a:gd name="csY7" fmla="*/ 0 h 5416094"/>
              <a:gd name="csX8" fmla="*/ 5100066 w 7886700"/>
              <a:gd name="csY8" fmla="*/ 0 h 5416094"/>
              <a:gd name="csX9" fmla="*/ 5915025 w 7886700"/>
              <a:gd name="csY9" fmla="*/ 0 h 5416094"/>
              <a:gd name="csX10" fmla="*/ 6572250 w 7886700"/>
              <a:gd name="csY10" fmla="*/ 0 h 5416094"/>
              <a:gd name="csX11" fmla="*/ 7886700 w 7886700"/>
              <a:gd name="csY11" fmla="*/ 0 h 5416094"/>
              <a:gd name="csX12" fmla="*/ 7886700 w 7886700"/>
              <a:gd name="csY12" fmla="*/ 622851 h 5416094"/>
              <a:gd name="csX13" fmla="*/ 7886700 w 7886700"/>
              <a:gd name="csY13" fmla="*/ 1137380 h 5416094"/>
              <a:gd name="csX14" fmla="*/ 7886700 w 7886700"/>
              <a:gd name="csY14" fmla="*/ 1814391 h 5416094"/>
              <a:gd name="csX15" fmla="*/ 7886700 w 7886700"/>
              <a:gd name="csY15" fmla="*/ 2491403 h 5416094"/>
              <a:gd name="csX16" fmla="*/ 7886700 w 7886700"/>
              <a:gd name="csY16" fmla="*/ 3168415 h 5416094"/>
              <a:gd name="csX17" fmla="*/ 7886700 w 7886700"/>
              <a:gd name="csY17" fmla="*/ 3899588 h 5416094"/>
              <a:gd name="csX18" fmla="*/ 7886700 w 7886700"/>
              <a:gd name="csY18" fmla="*/ 4630760 h 5416094"/>
              <a:gd name="csX19" fmla="*/ 7886700 w 7886700"/>
              <a:gd name="csY19" fmla="*/ 5416094 h 5416094"/>
              <a:gd name="csX20" fmla="*/ 7466076 w 7886700"/>
              <a:gd name="csY20" fmla="*/ 5416094 h 5416094"/>
              <a:gd name="csX21" fmla="*/ 6651117 w 7886700"/>
              <a:gd name="csY21" fmla="*/ 5416094 h 5416094"/>
              <a:gd name="csX22" fmla="*/ 5993892 w 7886700"/>
              <a:gd name="csY22" fmla="*/ 5416094 h 5416094"/>
              <a:gd name="csX23" fmla="*/ 5494401 w 7886700"/>
              <a:gd name="csY23" fmla="*/ 5416094 h 5416094"/>
              <a:gd name="csX24" fmla="*/ 4837176 w 7886700"/>
              <a:gd name="csY24" fmla="*/ 5416094 h 5416094"/>
              <a:gd name="csX25" fmla="*/ 4416552 w 7886700"/>
              <a:gd name="csY25" fmla="*/ 5416094 h 5416094"/>
              <a:gd name="csX26" fmla="*/ 3995928 w 7886700"/>
              <a:gd name="csY26" fmla="*/ 5416094 h 5416094"/>
              <a:gd name="csX27" fmla="*/ 3338703 w 7886700"/>
              <a:gd name="csY27" fmla="*/ 5416094 h 5416094"/>
              <a:gd name="csX28" fmla="*/ 2839212 w 7886700"/>
              <a:gd name="csY28" fmla="*/ 5416094 h 5416094"/>
              <a:gd name="csX29" fmla="*/ 2103120 w 7886700"/>
              <a:gd name="csY29" fmla="*/ 5416094 h 5416094"/>
              <a:gd name="csX30" fmla="*/ 1603629 w 7886700"/>
              <a:gd name="csY30" fmla="*/ 5416094 h 5416094"/>
              <a:gd name="csX31" fmla="*/ 867537 w 7886700"/>
              <a:gd name="csY31" fmla="*/ 5416094 h 5416094"/>
              <a:gd name="csX32" fmla="*/ 0 w 7886700"/>
              <a:gd name="csY32" fmla="*/ 5416094 h 5416094"/>
              <a:gd name="csX33" fmla="*/ 0 w 7886700"/>
              <a:gd name="csY33" fmla="*/ 4684921 h 5416094"/>
              <a:gd name="csX34" fmla="*/ 0 w 7886700"/>
              <a:gd name="csY34" fmla="*/ 3953749 h 5416094"/>
              <a:gd name="csX35" fmla="*/ 0 w 7886700"/>
              <a:gd name="csY35" fmla="*/ 3168415 h 5416094"/>
              <a:gd name="csX36" fmla="*/ 0 w 7886700"/>
              <a:gd name="csY36" fmla="*/ 2545564 h 5416094"/>
              <a:gd name="csX37" fmla="*/ 0 w 7886700"/>
              <a:gd name="csY37" fmla="*/ 1760231 h 5416094"/>
              <a:gd name="csX38" fmla="*/ 0 w 7886700"/>
              <a:gd name="csY38" fmla="*/ 1191541 h 5416094"/>
              <a:gd name="csX39" fmla="*/ 0 w 7886700"/>
              <a:gd name="csY39" fmla="*/ 677012 h 5416094"/>
              <a:gd name="csX40" fmla="*/ 0 w 7886700"/>
              <a:gd name="csY4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4194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shot of a city flyover">
            <a:extLst>
              <a:ext uri="{FF2B5EF4-FFF2-40B4-BE49-F238E27FC236}">
                <a16:creationId xmlns:a16="http://schemas.microsoft.com/office/drawing/2014/main" id="{3818B8D0-A850-5FED-32DA-57A59EF5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93" r="36805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/>
              <a:t>From Where We Got This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6819" y="2498651"/>
            <a:ext cx="4678325" cy="4173279"/>
          </a:xfrm>
        </p:spPr>
        <p:txBody>
          <a:bodyPr anchor="ctr">
            <a:normAutofit/>
          </a:bodyPr>
          <a:lstStyle/>
          <a:p>
            <a:r>
              <a:rPr lang="en-IN" sz="2400" dirty="0"/>
              <a:t>Rapid urbanisation in India → pollution + traffic congestion</a:t>
            </a:r>
          </a:p>
          <a:p>
            <a:r>
              <a:rPr lang="en-IN" sz="2400" dirty="0"/>
              <a:t>Smart Cities Mission in India → need for sustainable planning</a:t>
            </a:r>
          </a:p>
          <a:p>
            <a:r>
              <a:rPr lang="en-IN" sz="2400" dirty="0"/>
              <a:t>Inspiration: Delhi NCR, Pune, Bangalore traffic/pollution issues</a:t>
            </a:r>
          </a:p>
          <a:p>
            <a:r>
              <a:rPr lang="en-IN" sz="2400" dirty="0"/>
              <a:t>Use of real data sources (weather, terrain, traffic, pollution)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3A8243-B034-2EE2-F4AB-8A0FADBC5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99671"/>
              </p:ext>
            </p:extLst>
          </p:nvPr>
        </p:nvGraphicFramePr>
        <p:xfrm>
          <a:off x="2" y="1575459"/>
          <a:ext cx="9144000" cy="528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060" y="3423023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pic>
        <p:nvPicPr>
          <p:cNvPr id="6" name="Graphic 5" descr="Bullseye">
            <a:extLst>
              <a:ext uri="{FF2B5EF4-FFF2-40B4-BE49-F238E27FC236}">
                <a16:creationId xmlns:a16="http://schemas.microsoft.com/office/drawing/2014/main" id="{1BDA2E78-2FD7-BC47-349E-EBD6B88B9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81C38-6BE1-C8C7-5774-0A8530AF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768" y="381001"/>
            <a:ext cx="3625003" cy="1708244"/>
          </a:xfrm>
        </p:spPr>
        <p:txBody>
          <a:bodyPr anchor="ctr">
            <a:normAutofit/>
          </a:bodyPr>
          <a:lstStyle/>
          <a:p>
            <a:r>
              <a:rPr lang="en-IN" sz="3500" dirty="0"/>
              <a:t>1. Categorize building types</a:t>
            </a:r>
          </a:p>
        </p:txBody>
      </p:sp>
      <p:pic>
        <p:nvPicPr>
          <p:cNvPr id="16" name="Picture 15" descr="A map of a city&#10;&#10;AI-generated content may be incorrect.">
            <a:extLst>
              <a:ext uri="{FF2B5EF4-FFF2-40B4-BE49-F238E27FC236}">
                <a16:creationId xmlns:a16="http://schemas.microsoft.com/office/drawing/2014/main" id="{E40092AD-4D6A-8F75-D3D2-2B33C1FC8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86" r="25914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A86217F-2B48-22AD-7BEF-89899F3B75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9498" y="2470245"/>
            <a:ext cx="3803542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Divide city land use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residential, industrial, commercial, educational, and office hubs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Helps in assigning suitable areas by matching land use with environmental and social needs.</a:t>
            </a:r>
          </a:p>
        </p:txBody>
      </p:sp>
    </p:spTree>
    <p:extLst>
      <p:ext uri="{BB962C8B-B14F-4D97-AF65-F5344CB8AC3E}">
        <p14:creationId xmlns:p14="http://schemas.microsoft.com/office/powerpoint/2010/main" val="277952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F3DC-E110-5D9B-4DDB-E319D801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2. Classify traffic by user group</a:t>
            </a:r>
            <a:endParaRPr lang="en-IN" sz="350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D6F795E-1EF7-0735-489D-B4639FCF69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541" y="2674089"/>
            <a:ext cx="3686989" cy="3934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Group traffic flows into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students, office-goers, business/tourists, and freight vehicles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Each group has different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timing patterns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(e.g., school peaks vs. goods transport at night).</a:t>
            </a:r>
          </a:p>
        </p:txBody>
      </p:sp>
      <p:pic>
        <p:nvPicPr>
          <p:cNvPr id="17" name="Picture 16" descr="Busy pedestrian crossing">
            <a:extLst>
              <a:ext uri="{FF2B5EF4-FFF2-40B4-BE49-F238E27FC236}">
                <a16:creationId xmlns:a16="http://schemas.microsoft.com/office/drawing/2014/main" id="{6E7F6AAA-EC4D-0809-6751-B1E58155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41" r="3090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8186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Meteorological information for climate-proof urban planning - The example  of KLIMPRAX - ScienceDirect">
            <a:extLst>
              <a:ext uri="{FF2B5EF4-FFF2-40B4-BE49-F238E27FC236}">
                <a16:creationId xmlns:a16="http://schemas.microsoft.com/office/drawing/2014/main" id="{AA32CEE4-BCDB-B841-B6EE-AA6DD437B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4" r="31056"/>
          <a:stretch>
            <a:fillRect/>
          </a:stretch>
        </p:blipFill>
        <p:spPr bwMode="auto">
          <a:xfrm>
            <a:off x="20" y="-2"/>
            <a:ext cx="4057627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D3649-7166-42E3-D920-FCB2A7F0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200"/>
              <a:t>3. Optimize zoning with MATLAB (climate + terrain + pollution)</a:t>
            </a:r>
            <a:endParaRPr lang="en-IN" sz="3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734B30-39EE-3D80-0FE7-D9034D49BC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86487" y="2743200"/>
            <a:ext cx="3935505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climate (temperature, humidity, wind)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terrain (hilly/plain)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pollution (NO₂, AQI)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data.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Apply MATLAB-based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multi-criteria decision analysis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find the most suitable locations.</a:t>
            </a:r>
          </a:p>
        </p:txBody>
      </p:sp>
    </p:spTree>
    <p:extLst>
      <p:ext uri="{BB962C8B-B14F-4D97-AF65-F5344CB8AC3E}">
        <p14:creationId xmlns:p14="http://schemas.microsoft.com/office/powerpoint/2010/main" val="12828585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106" name="Rectangle 410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5547-9987-2AA1-9713-30EE967B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395" y="350196"/>
            <a:ext cx="4279605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500" dirty="0"/>
              <a:t>4. Design restricted-access road networks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05CB39-E261-CD86-F802-895704AB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Assign </a:t>
            </a:r>
            <a:r>
              <a:rPr lang="en-US" altLang="en-US" sz="1800" b="1" dirty="0">
                <a:latin typeface="Arial" panose="020B0604020202020204" pitchFamily="34" charset="0"/>
              </a:rPr>
              <a:t>dedicated or time-based routes</a:t>
            </a:r>
            <a:r>
              <a:rPr lang="en-US" altLang="en-US" sz="1800" dirty="0">
                <a:latin typeface="Arial" panose="020B0604020202020204" pitchFamily="34" charset="0"/>
              </a:rPr>
              <a:t> (e.g., freight-only ring roads at night, school zones restricted in morning/evening).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Reduces congestion and improves safety.</a:t>
            </a:r>
          </a:p>
          <a:p>
            <a:endParaRPr lang="en-IN" sz="1800" dirty="0"/>
          </a:p>
        </p:txBody>
      </p:sp>
      <p:pic>
        <p:nvPicPr>
          <p:cNvPr id="4099" name="Picture 3" descr="Restricted Crossing U-Turns Open at Apopka-Vineland Road | I-4 Beyond">
            <a:extLst>
              <a:ext uri="{FF2B5EF4-FFF2-40B4-BE49-F238E27FC236}">
                <a16:creationId xmlns:a16="http://schemas.microsoft.com/office/drawing/2014/main" id="{2167CAE1-4629-E10A-32C8-88AC22137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09" r="27714" b="-1"/>
          <a:stretch>
            <a:fillRect/>
          </a:stretch>
        </p:blipFill>
        <p:spPr bwMode="auto">
          <a:xfrm>
            <a:off x="4572000" y="1"/>
            <a:ext cx="457711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85434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8ACC-FEF3-D905-EE7A-83021B39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5. Develop zoning maps for smart city planning</a:t>
            </a:r>
            <a:endParaRPr lang="en-IN" dirty="0"/>
          </a:p>
        </p:txBody>
      </p:sp>
      <p:pic>
        <p:nvPicPr>
          <p:cNvPr id="5122" name="Picture 2" descr="Dholera City Map 2025 – Smart City Layout Unveiled">
            <a:extLst>
              <a:ext uri="{FF2B5EF4-FFF2-40B4-BE49-F238E27FC236}">
                <a16:creationId xmlns:a16="http://schemas.microsoft.com/office/drawing/2014/main" id="{89D32C9F-6753-0414-3CEA-F8E6B865BF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9" r="7377"/>
          <a:stretch>
            <a:fillRect/>
          </a:stretch>
        </p:blipFill>
        <p:spPr bwMode="auto">
          <a:xfrm>
            <a:off x="4199861" y="2244318"/>
            <a:ext cx="4944139" cy="398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0A198-4E6A-D534-0EF4-600D91AFC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234" y="2499889"/>
            <a:ext cx="319508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showing placement of residential colonies, schools, industries, and offices.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balance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accessibility, reduced travel time, and lower pollution exposure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55429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Expected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32AA14-B247-54C8-763D-07FB07700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39515"/>
              </p:ext>
            </p:extLst>
          </p:nvPr>
        </p:nvGraphicFramePr>
        <p:xfrm>
          <a:off x="1217427" y="1924820"/>
          <a:ext cx="8856921" cy="4938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References &amp; Data Sources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8AA6F6-B766-9A67-4C0B-B7E6820B9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186381"/>
              </p:ext>
            </p:extLst>
          </p:nvPr>
        </p:nvGraphicFramePr>
        <p:xfrm>
          <a:off x="-187399" y="2061129"/>
          <a:ext cx="9518798" cy="5240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A02816-0D1D-0857-9DE6-23189FBE37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440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Pollution-Aware Zoning &amp; Smart City Planning Using MATLAB</vt:lpstr>
      <vt:lpstr>From Where We Got This Idea</vt:lpstr>
      <vt:lpstr>Problem Statement</vt:lpstr>
      <vt:lpstr>Objectives</vt:lpstr>
      <vt:lpstr>1. Categorize building types</vt:lpstr>
      <vt:lpstr>2. Classify traffic by user group</vt:lpstr>
      <vt:lpstr>3. Optimize zoning with MATLAB (climate + terrain + pollution)</vt:lpstr>
      <vt:lpstr>4. Design restricted-access road networks</vt:lpstr>
      <vt:lpstr>5. Develop zoning maps for smart city planning</vt:lpstr>
      <vt:lpstr>Expected Outcomes</vt:lpstr>
      <vt:lpstr>References &amp; Data Sources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sarang deore</dc:creator>
  <cp:keywords/>
  <dc:description>generated using python-pptx</dc:description>
  <cp:lastModifiedBy>sarang deore</cp:lastModifiedBy>
  <cp:revision>2</cp:revision>
  <dcterms:created xsi:type="dcterms:W3CDTF">2013-01-27T09:14:16Z</dcterms:created>
  <dcterms:modified xsi:type="dcterms:W3CDTF">2026-03-28T17:10:19Z</dcterms:modified>
  <cp:category/>
</cp:coreProperties>
</file>